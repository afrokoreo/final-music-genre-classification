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60" r:id="rId3"/>
    <p:sldId id="263" r:id="rId4"/>
    <p:sldId id="282" r:id="rId5"/>
    <p:sldId id="302" r:id="rId6"/>
    <p:sldId id="303" r:id="rId7"/>
    <p:sldId id="268" r:id="rId8"/>
    <p:sldId id="276" r:id="rId9"/>
    <p:sldId id="281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Poppins SemiBold" panose="000007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61720-E987-46AE-8BE1-BA8F46466C01}" v="48" dt="2026-05-09T04:27:50.229"/>
  </p1510:revLst>
</p1510:revInfo>
</file>

<file path=ppt/tableStyles.xml><?xml version="1.0" encoding="utf-8"?>
<a:tblStyleLst xmlns:a="http://schemas.openxmlformats.org/drawingml/2006/main" def="{D37B0593-4882-4E3E-9CAC-9F845B1AD733}">
  <a:tblStyle styleId="{D37B0593-4882-4E3E-9CAC-9F845B1AD7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56" y="3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xanne Moe" userId="b0c5fcc2bfd65ede" providerId="LiveId" clId="{D3CF7F64-7301-4905-80B9-4960A4014A7F}"/>
    <pc:docChg chg="undo custSel addSld delSld modSld sldOrd delMainMaster">
      <pc:chgData name="Roxanne Moe" userId="b0c5fcc2bfd65ede" providerId="LiveId" clId="{D3CF7F64-7301-4905-80B9-4960A4014A7F}" dt="2026-05-09T04:29:26.239" v="1978" actId="47"/>
      <pc:docMkLst>
        <pc:docMk/>
      </pc:docMkLst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57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58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59"/>
        </pc:sldMkLst>
      </pc:sldChg>
      <pc:sldChg chg="modSp mod ord">
        <pc:chgData name="Roxanne Moe" userId="b0c5fcc2bfd65ede" providerId="LiveId" clId="{D3CF7F64-7301-4905-80B9-4960A4014A7F}" dt="2026-05-09T03:54:52.363" v="437"/>
        <pc:sldMkLst>
          <pc:docMk/>
          <pc:sldMk cId="0" sldId="260"/>
        </pc:sldMkLst>
        <pc:spChg chg="mod">
          <ac:chgData name="Roxanne Moe" userId="b0c5fcc2bfd65ede" providerId="LiveId" clId="{D3CF7F64-7301-4905-80B9-4960A4014A7F}" dt="2026-05-09T03:52:10.141" v="25" actId="14100"/>
          <ac:spMkLst>
            <pc:docMk/>
            <pc:sldMk cId="0" sldId="260"/>
            <ac:spMk id="1097" creationId="{00000000-0000-0000-0000-000000000000}"/>
          </ac:spMkLst>
        </pc:spChg>
        <pc:spChg chg="mod">
          <ac:chgData name="Roxanne Moe" userId="b0c5fcc2bfd65ede" providerId="LiveId" clId="{D3CF7F64-7301-4905-80B9-4960A4014A7F}" dt="2026-05-09T03:54:48.077" v="435" actId="20577"/>
          <ac:spMkLst>
            <pc:docMk/>
            <pc:sldMk cId="0" sldId="260"/>
            <ac:spMk id="1099" creationId="{00000000-0000-0000-0000-000000000000}"/>
          </ac:spMkLst>
        </pc:spChg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61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62"/>
        </pc:sldMkLst>
      </pc:sldChg>
      <pc:sldChg chg="addSp delSp modSp mod ord">
        <pc:chgData name="Roxanne Moe" userId="b0c5fcc2bfd65ede" providerId="LiveId" clId="{D3CF7F64-7301-4905-80B9-4960A4014A7F}" dt="2026-05-09T04:20:58.701" v="1557"/>
        <pc:sldMkLst>
          <pc:docMk/>
          <pc:sldMk cId="0" sldId="263"/>
        </pc:sldMkLst>
        <pc:spChg chg="add mod">
          <ac:chgData name="Roxanne Moe" userId="b0c5fcc2bfd65ede" providerId="LiveId" clId="{D3CF7F64-7301-4905-80B9-4960A4014A7F}" dt="2026-05-09T03:59:07.860" v="727" actId="207"/>
          <ac:spMkLst>
            <pc:docMk/>
            <pc:sldMk cId="0" sldId="263"/>
            <ac:spMk id="2" creationId="{330B1020-9402-EFDB-DF8B-5365EDACFD97}"/>
          </ac:spMkLst>
        </pc:spChg>
        <pc:spChg chg="mod">
          <ac:chgData name="Roxanne Moe" userId="b0c5fcc2bfd65ede" providerId="LiveId" clId="{D3CF7F64-7301-4905-80B9-4960A4014A7F}" dt="2026-05-09T03:55:57.902" v="444" actId="20577"/>
          <ac:spMkLst>
            <pc:docMk/>
            <pc:sldMk cId="0" sldId="263"/>
            <ac:spMk id="1131" creationId="{00000000-0000-0000-0000-000000000000}"/>
          </ac:spMkLst>
        </pc:spChg>
        <pc:spChg chg="mod">
          <ac:chgData name="Roxanne Moe" userId="b0c5fcc2bfd65ede" providerId="LiveId" clId="{D3CF7F64-7301-4905-80B9-4960A4014A7F}" dt="2026-05-09T03:57:27.903" v="637" actId="1076"/>
          <ac:spMkLst>
            <pc:docMk/>
            <pc:sldMk cId="0" sldId="263"/>
            <ac:spMk id="1132" creationId="{00000000-0000-0000-0000-000000000000}"/>
          </ac:spMkLst>
        </pc:spChg>
        <pc:spChg chg="mod">
          <ac:chgData name="Roxanne Moe" userId="b0c5fcc2bfd65ede" providerId="LiveId" clId="{D3CF7F64-7301-4905-80B9-4960A4014A7F}" dt="2026-05-09T03:57:27.903" v="637" actId="1076"/>
          <ac:spMkLst>
            <pc:docMk/>
            <pc:sldMk cId="0" sldId="263"/>
            <ac:spMk id="1133" creationId="{00000000-0000-0000-0000-000000000000}"/>
          </ac:spMkLst>
        </pc:spChg>
        <pc:spChg chg="mod">
          <ac:chgData name="Roxanne Moe" userId="b0c5fcc2bfd65ede" providerId="LiveId" clId="{D3CF7F64-7301-4905-80B9-4960A4014A7F}" dt="2026-05-09T03:57:27.903" v="637" actId="1076"/>
          <ac:spMkLst>
            <pc:docMk/>
            <pc:sldMk cId="0" sldId="263"/>
            <ac:spMk id="1134" creationId="{00000000-0000-0000-0000-000000000000}"/>
          </ac:spMkLst>
        </pc:spChg>
        <pc:spChg chg="mod">
          <ac:chgData name="Roxanne Moe" userId="b0c5fcc2bfd65ede" providerId="LiveId" clId="{D3CF7F64-7301-4905-80B9-4960A4014A7F}" dt="2026-05-09T03:57:27.903" v="637" actId="1076"/>
          <ac:spMkLst>
            <pc:docMk/>
            <pc:sldMk cId="0" sldId="263"/>
            <ac:spMk id="1135" creationId="{00000000-0000-0000-0000-000000000000}"/>
          </ac:spMkLst>
        </pc:spChg>
        <pc:spChg chg="mod">
          <ac:chgData name="Roxanne Moe" userId="b0c5fcc2bfd65ede" providerId="LiveId" clId="{D3CF7F64-7301-4905-80B9-4960A4014A7F}" dt="2026-05-09T03:57:27.903" v="637" actId="1076"/>
          <ac:spMkLst>
            <pc:docMk/>
            <pc:sldMk cId="0" sldId="263"/>
            <ac:spMk id="1136" creationId="{00000000-0000-0000-0000-000000000000}"/>
          </ac:spMkLst>
        </pc:spChg>
        <pc:spChg chg="mod">
          <ac:chgData name="Roxanne Moe" userId="b0c5fcc2bfd65ede" providerId="LiveId" clId="{D3CF7F64-7301-4905-80B9-4960A4014A7F}" dt="2026-05-09T03:57:27.903" v="637" actId="1076"/>
          <ac:spMkLst>
            <pc:docMk/>
            <pc:sldMk cId="0" sldId="263"/>
            <ac:spMk id="1137" creationId="{00000000-0000-0000-0000-000000000000}"/>
          </ac:spMkLst>
        </pc:spChg>
        <pc:grpChg chg="del">
          <ac:chgData name="Roxanne Moe" userId="b0c5fcc2bfd65ede" providerId="LiveId" clId="{D3CF7F64-7301-4905-80B9-4960A4014A7F}" dt="2026-05-09T03:57:07.921" v="635" actId="478"/>
          <ac:grpSpMkLst>
            <pc:docMk/>
            <pc:sldMk cId="0" sldId="263"/>
            <ac:grpSpMk id="1138" creationId="{00000000-0000-0000-0000-000000000000}"/>
          </ac:grpSpMkLst>
        </pc:grpChg>
        <pc:grpChg chg="del">
          <ac:chgData name="Roxanne Moe" userId="b0c5fcc2bfd65ede" providerId="LiveId" clId="{D3CF7F64-7301-4905-80B9-4960A4014A7F}" dt="2026-05-09T03:57:05.685" v="633" actId="478"/>
          <ac:grpSpMkLst>
            <pc:docMk/>
            <pc:sldMk cId="0" sldId="263"/>
            <ac:grpSpMk id="1143" creationId="{00000000-0000-0000-0000-000000000000}"/>
          </ac:grpSpMkLst>
        </pc:grpChg>
        <pc:grpChg chg="del">
          <ac:chgData name="Roxanne Moe" userId="b0c5fcc2bfd65ede" providerId="LiveId" clId="{D3CF7F64-7301-4905-80B9-4960A4014A7F}" dt="2026-05-09T03:57:07.032" v="634" actId="478"/>
          <ac:grpSpMkLst>
            <pc:docMk/>
            <pc:sldMk cId="0" sldId="263"/>
            <ac:grpSpMk id="1146" creationId="{00000000-0000-0000-0000-000000000000}"/>
          </ac:grpSpMkLst>
        </pc:grpChg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64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65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66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67"/>
        </pc:sldMkLst>
      </pc:sldChg>
      <pc:sldChg chg="addSp modSp mod ord">
        <pc:chgData name="Roxanne Moe" userId="b0c5fcc2bfd65ede" providerId="LiveId" clId="{D3CF7F64-7301-4905-80B9-4960A4014A7F}" dt="2026-05-09T04:20:53.139" v="1555"/>
        <pc:sldMkLst>
          <pc:docMk/>
          <pc:sldMk cId="0" sldId="268"/>
        </pc:sldMkLst>
        <pc:spChg chg="add mod">
          <ac:chgData name="Roxanne Moe" userId="b0c5fcc2bfd65ede" providerId="LiveId" clId="{D3CF7F64-7301-4905-80B9-4960A4014A7F}" dt="2026-05-09T04:19:07.294" v="1538" actId="1076"/>
          <ac:spMkLst>
            <pc:docMk/>
            <pc:sldMk cId="0" sldId="268"/>
            <ac:spMk id="2" creationId="{A15F699F-7757-65F4-6E45-6A1A1362C56A}"/>
          </ac:spMkLst>
        </pc:spChg>
        <pc:spChg chg="mod">
          <ac:chgData name="Roxanne Moe" userId="b0c5fcc2bfd65ede" providerId="LiveId" clId="{D3CF7F64-7301-4905-80B9-4960A4014A7F}" dt="2026-05-09T04:13:24.949" v="1410"/>
          <ac:spMkLst>
            <pc:docMk/>
            <pc:sldMk cId="0" sldId="268"/>
            <ac:spMk id="4" creationId="{FD9492F1-A540-FBEB-DD85-F9DFB2A37E23}"/>
          </ac:spMkLst>
        </pc:spChg>
        <pc:spChg chg="mod">
          <ac:chgData name="Roxanne Moe" userId="b0c5fcc2bfd65ede" providerId="LiveId" clId="{D3CF7F64-7301-4905-80B9-4960A4014A7F}" dt="2026-05-09T04:13:24.949" v="1410"/>
          <ac:spMkLst>
            <pc:docMk/>
            <pc:sldMk cId="0" sldId="268"/>
            <ac:spMk id="5" creationId="{F4681595-2F9F-F16D-DC21-8E1B6E7D5BFE}"/>
          </ac:spMkLst>
        </pc:spChg>
        <pc:spChg chg="add mod">
          <ac:chgData name="Roxanne Moe" userId="b0c5fcc2bfd65ede" providerId="LiveId" clId="{D3CF7F64-7301-4905-80B9-4960A4014A7F}" dt="2026-05-09T04:19:07.294" v="1538" actId="1076"/>
          <ac:spMkLst>
            <pc:docMk/>
            <pc:sldMk cId="0" sldId="268"/>
            <ac:spMk id="6" creationId="{AD9A9AF5-5966-5EED-334F-2AC62BDBAAA2}"/>
          </ac:spMkLst>
        </pc:spChg>
        <pc:spChg chg="add mod">
          <ac:chgData name="Roxanne Moe" userId="b0c5fcc2bfd65ede" providerId="LiveId" clId="{D3CF7F64-7301-4905-80B9-4960A4014A7F}" dt="2026-05-09T04:19:07.294" v="1538" actId="1076"/>
          <ac:spMkLst>
            <pc:docMk/>
            <pc:sldMk cId="0" sldId="268"/>
            <ac:spMk id="7" creationId="{F991588F-7109-8C56-FB39-C26468E1970C}"/>
          </ac:spMkLst>
        </pc:spChg>
        <pc:spChg chg="mod">
          <ac:chgData name="Roxanne Moe" userId="b0c5fcc2bfd65ede" providerId="LiveId" clId="{D3CF7F64-7301-4905-80B9-4960A4014A7F}" dt="2026-05-09T04:11:56.330" v="1396" actId="20577"/>
          <ac:spMkLst>
            <pc:docMk/>
            <pc:sldMk cId="0" sldId="268"/>
            <ac:spMk id="1294" creationId="{00000000-0000-0000-0000-000000000000}"/>
          </ac:spMkLst>
        </pc:spChg>
        <pc:grpChg chg="add mod">
          <ac:chgData name="Roxanne Moe" userId="b0c5fcc2bfd65ede" providerId="LiveId" clId="{D3CF7F64-7301-4905-80B9-4960A4014A7F}" dt="2026-05-09T04:19:07.294" v="1538" actId="1076"/>
          <ac:grpSpMkLst>
            <pc:docMk/>
            <pc:sldMk cId="0" sldId="268"/>
            <ac:grpSpMk id="3" creationId="{C98B7544-8184-6F1F-72A1-ADD9720AFD35}"/>
          </ac:grpSpMkLst>
        </pc:grpChg>
        <pc:grpChg chg="mod">
          <ac:chgData name="Roxanne Moe" userId="b0c5fcc2bfd65ede" providerId="LiveId" clId="{D3CF7F64-7301-4905-80B9-4960A4014A7F}" dt="2026-05-09T04:12:07.906" v="1397" actId="1076"/>
          <ac:grpSpMkLst>
            <pc:docMk/>
            <pc:sldMk cId="0" sldId="268"/>
            <ac:grpSpMk id="1296" creationId="{00000000-0000-0000-0000-000000000000}"/>
          </ac:grpSpMkLst>
        </pc:grpChg>
        <pc:grpChg chg="mod">
          <ac:chgData name="Roxanne Moe" userId="b0c5fcc2bfd65ede" providerId="LiveId" clId="{D3CF7F64-7301-4905-80B9-4960A4014A7F}" dt="2026-05-09T04:12:07.906" v="1397" actId="1076"/>
          <ac:grpSpMkLst>
            <pc:docMk/>
            <pc:sldMk cId="0" sldId="268"/>
            <ac:grpSpMk id="1299" creationId="{00000000-0000-0000-0000-000000000000}"/>
          </ac:grpSpMkLst>
        </pc:grpChg>
        <pc:grpChg chg="mod">
          <ac:chgData name="Roxanne Moe" userId="b0c5fcc2bfd65ede" providerId="LiveId" clId="{D3CF7F64-7301-4905-80B9-4960A4014A7F}" dt="2026-05-09T04:12:07.906" v="1397" actId="1076"/>
          <ac:grpSpMkLst>
            <pc:docMk/>
            <pc:sldMk cId="0" sldId="268"/>
            <ac:grpSpMk id="1302" creationId="{00000000-0000-0000-0000-000000000000}"/>
          </ac:grpSpMkLst>
        </pc:grpChg>
        <pc:graphicFrameChg chg="mod modGraphic">
          <ac:chgData name="Roxanne Moe" userId="b0c5fcc2bfd65ede" providerId="LiveId" clId="{D3CF7F64-7301-4905-80B9-4960A4014A7F}" dt="2026-05-09T04:12:07.906" v="1397" actId="1076"/>
          <ac:graphicFrameMkLst>
            <pc:docMk/>
            <pc:sldMk cId="0" sldId="268"/>
            <ac:graphicFrameMk id="1295" creationId="{00000000-0000-0000-0000-000000000000}"/>
          </ac:graphicFrameMkLst>
        </pc:graphicFrameChg>
        <pc:picChg chg="add mod">
          <ac:chgData name="Roxanne Moe" userId="b0c5fcc2bfd65ede" providerId="LiveId" clId="{D3CF7F64-7301-4905-80B9-4960A4014A7F}" dt="2026-05-09T04:20:24.283" v="1553" actId="14861"/>
          <ac:picMkLst>
            <pc:docMk/>
            <pc:sldMk cId="0" sldId="268"/>
            <ac:picMk id="9" creationId="{8B98CA55-43F7-FD80-D871-FA76F73135EA}"/>
          </ac:picMkLst>
        </pc:picChg>
        <pc:picChg chg="add mod">
          <ac:chgData name="Roxanne Moe" userId="b0c5fcc2bfd65ede" providerId="LiveId" clId="{D3CF7F64-7301-4905-80B9-4960A4014A7F}" dt="2026-05-09T04:20:24.283" v="1553" actId="14861"/>
          <ac:picMkLst>
            <pc:docMk/>
            <pc:sldMk cId="0" sldId="268"/>
            <ac:picMk id="11" creationId="{C155E0CE-61B3-E94E-4B83-A3323B9CF3DD}"/>
          </ac:picMkLst>
        </pc:picChg>
        <pc:picChg chg="add mod">
          <ac:chgData name="Roxanne Moe" userId="b0c5fcc2bfd65ede" providerId="LiveId" clId="{D3CF7F64-7301-4905-80B9-4960A4014A7F}" dt="2026-05-09T04:20:24.283" v="1553" actId="14861"/>
          <ac:picMkLst>
            <pc:docMk/>
            <pc:sldMk cId="0" sldId="268"/>
            <ac:picMk id="13" creationId="{BC15134F-4966-AB27-D2A4-009D4F53D5F1}"/>
          </ac:picMkLst>
        </pc:picChg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69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0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1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2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3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4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5"/>
        </pc:sldMkLst>
      </pc:sldChg>
      <pc:sldChg chg="addSp delSp modSp mod ord">
        <pc:chgData name="Roxanne Moe" userId="b0c5fcc2bfd65ede" providerId="LiveId" clId="{D3CF7F64-7301-4905-80B9-4960A4014A7F}" dt="2026-05-09T04:28:17.001" v="1969" actId="20577"/>
        <pc:sldMkLst>
          <pc:docMk/>
          <pc:sldMk cId="0" sldId="276"/>
        </pc:sldMkLst>
        <pc:spChg chg="add mod">
          <ac:chgData name="Roxanne Moe" userId="b0c5fcc2bfd65ede" providerId="LiveId" clId="{D3CF7F64-7301-4905-80B9-4960A4014A7F}" dt="2026-05-09T04:27:39.545" v="1953" actId="1076"/>
          <ac:spMkLst>
            <pc:docMk/>
            <pc:sldMk cId="0" sldId="276"/>
            <ac:spMk id="4" creationId="{22EF6EDD-3E35-5803-E6A4-BF0FE68D18B1}"/>
          </ac:spMkLst>
        </pc:spChg>
        <pc:spChg chg="add mod">
          <ac:chgData name="Roxanne Moe" userId="b0c5fcc2bfd65ede" providerId="LiveId" clId="{D3CF7F64-7301-4905-80B9-4960A4014A7F}" dt="2026-05-09T04:27:46.554" v="1955" actId="1076"/>
          <ac:spMkLst>
            <pc:docMk/>
            <pc:sldMk cId="0" sldId="276"/>
            <ac:spMk id="5" creationId="{C1DA5635-8F01-4767-CD2C-513978B7D363}"/>
          </ac:spMkLst>
        </pc:spChg>
        <pc:spChg chg="add mod">
          <ac:chgData name="Roxanne Moe" userId="b0c5fcc2bfd65ede" providerId="LiveId" clId="{D3CF7F64-7301-4905-80B9-4960A4014A7F}" dt="2026-05-09T04:27:58.871" v="1957" actId="1076"/>
          <ac:spMkLst>
            <pc:docMk/>
            <pc:sldMk cId="0" sldId="276"/>
            <ac:spMk id="6" creationId="{4F339FF3-8A0A-A69C-D9AE-117FF163B6A6}"/>
          </ac:spMkLst>
        </pc:spChg>
        <pc:spChg chg="mod">
          <ac:chgData name="Roxanne Moe" userId="b0c5fcc2bfd65ede" providerId="LiveId" clId="{D3CF7F64-7301-4905-80B9-4960A4014A7F}" dt="2026-05-09T04:28:17.001" v="1969" actId="20577"/>
          <ac:spMkLst>
            <pc:docMk/>
            <pc:sldMk cId="0" sldId="276"/>
            <ac:spMk id="1527" creationId="{00000000-0000-0000-0000-000000000000}"/>
          </ac:spMkLst>
        </pc:spChg>
        <pc:spChg chg="mod">
          <ac:chgData name="Roxanne Moe" userId="b0c5fcc2bfd65ede" providerId="LiveId" clId="{D3CF7F64-7301-4905-80B9-4960A4014A7F}" dt="2026-05-09T04:27:26.252" v="1950" actId="1076"/>
          <ac:spMkLst>
            <pc:docMk/>
            <pc:sldMk cId="0" sldId="276"/>
            <ac:spMk id="1528" creationId="{00000000-0000-0000-0000-000000000000}"/>
          </ac:spMkLst>
        </pc:spChg>
        <pc:spChg chg="add del mod">
          <ac:chgData name="Roxanne Moe" userId="b0c5fcc2bfd65ede" providerId="LiveId" clId="{D3CF7F64-7301-4905-80B9-4960A4014A7F}" dt="2026-05-09T04:26:12.667" v="1796" actId="1076"/>
          <ac:spMkLst>
            <pc:docMk/>
            <pc:sldMk cId="0" sldId="276"/>
            <ac:spMk id="1529" creationId="{00000000-0000-0000-0000-000000000000}"/>
          </ac:spMkLst>
        </pc:spChg>
        <pc:spChg chg="del">
          <ac:chgData name="Roxanne Moe" userId="b0c5fcc2bfd65ede" providerId="LiveId" clId="{D3CF7F64-7301-4905-80B9-4960A4014A7F}" dt="2026-05-09T04:25:53.242" v="1792" actId="478"/>
          <ac:spMkLst>
            <pc:docMk/>
            <pc:sldMk cId="0" sldId="276"/>
            <ac:spMk id="1530" creationId="{00000000-0000-0000-0000-000000000000}"/>
          </ac:spMkLst>
        </pc:spChg>
        <pc:spChg chg="del">
          <ac:chgData name="Roxanne Moe" userId="b0c5fcc2bfd65ede" providerId="LiveId" clId="{D3CF7F64-7301-4905-80B9-4960A4014A7F}" dt="2026-05-09T04:25:51.269" v="1790" actId="478"/>
          <ac:spMkLst>
            <pc:docMk/>
            <pc:sldMk cId="0" sldId="276"/>
            <ac:spMk id="1531" creationId="{00000000-0000-0000-0000-000000000000}"/>
          </ac:spMkLst>
        </pc:spChg>
        <pc:spChg chg="add del">
          <ac:chgData name="Roxanne Moe" userId="b0c5fcc2bfd65ede" providerId="LiveId" clId="{D3CF7F64-7301-4905-80B9-4960A4014A7F}" dt="2026-05-09T04:25:52.512" v="1791" actId="478"/>
          <ac:spMkLst>
            <pc:docMk/>
            <pc:sldMk cId="0" sldId="276"/>
            <ac:spMk id="1532" creationId="{00000000-0000-0000-0000-000000000000}"/>
          </ac:spMkLst>
        </pc:spChg>
        <pc:spChg chg="add mod">
          <ac:chgData name="Roxanne Moe" userId="b0c5fcc2bfd65ede" providerId="LiveId" clId="{D3CF7F64-7301-4905-80B9-4960A4014A7F}" dt="2026-05-09T04:26:12.667" v="1796" actId="1076"/>
          <ac:spMkLst>
            <pc:docMk/>
            <pc:sldMk cId="0" sldId="276"/>
            <ac:spMk id="1533" creationId="{00000000-0000-0000-0000-000000000000}"/>
          </ac:spMkLst>
        </pc:spChg>
        <pc:spChg chg="add del mod">
          <ac:chgData name="Roxanne Moe" userId="b0c5fcc2bfd65ede" providerId="LiveId" clId="{D3CF7F64-7301-4905-80B9-4960A4014A7F}" dt="2026-05-09T04:26:01.213" v="1794" actId="478"/>
          <ac:spMkLst>
            <pc:docMk/>
            <pc:sldMk cId="0" sldId="276"/>
            <ac:spMk id="1534" creationId="{00000000-0000-0000-0000-000000000000}"/>
          </ac:spMkLst>
        </pc:spChg>
        <pc:spChg chg="add del">
          <ac:chgData name="Roxanne Moe" userId="b0c5fcc2bfd65ede" providerId="LiveId" clId="{D3CF7F64-7301-4905-80B9-4960A4014A7F}" dt="2026-05-09T04:25:51.269" v="1790" actId="478"/>
          <ac:spMkLst>
            <pc:docMk/>
            <pc:sldMk cId="0" sldId="276"/>
            <ac:spMk id="1535" creationId="{00000000-0000-0000-0000-000000000000}"/>
          </ac:spMkLst>
        </pc:spChg>
        <pc:spChg chg="add del">
          <ac:chgData name="Roxanne Moe" userId="b0c5fcc2bfd65ede" providerId="LiveId" clId="{D3CF7F64-7301-4905-80B9-4960A4014A7F}" dt="2026-05-09T04:25:51.269" v="1790" actId="478"/>
          <ac:spMkLst>
            <pc:docMk/>
            <pc:sldMk cId="0" sldId="276"/>
            <ac:spMk id="1536" creationId="{00000000-0000-0000-0000-000000000000}"/>
          </ac:spMkLst>
        </pc:spChg>
        <pc:spChg chg="add del">
          <ac:chgData name="Roxanne Moe" userId="b0c5fcc2bfd65ede" providerId="LiveId" clId="{D3CF7F64-7301-4905-80B9-4960A4014A7F}" dt="2026-05-09T04:25:51.269" v="1790" actId="478"/>
          <ac:spMkLst>
            <pc:docMk/>
            <pc:sldMk cId="0" sldId="276"/>
            <ac:spMk id="1537" creationId="{00000000-0000-0000-0000-000000000000}"/>
          </ac:spMkLst>
        </pc:spChg>
        <pc:spChg chg="add del">
          <ac:chgData name="Roxanne Moe" userId="b0c5fcc2bfd65ede" providerId="LiveId" clId="{D3CF7F64-7301-4905-80B9-4960A4014A7F}" dt="2026-05-09T04:25:51.269" v="1790" actId="478"/>
          <ac:spMkLst>
            <pc:docMk/>
            <pc:sldMk cId="0" sldId="276"/>
            <ac:spMk id="1538" creationId="{00000000-0000-0000-0000-000000000000}"/>
          </ac:spMkLst>
        </pc:spChg>
        <pc:spChg chg="add del">
          <ac:chgData name="Roxanne Moe" userId="b0c5fcc2bfd65ede" providerId="LiveId" clId="{D3CF7F64-7301-4905-80B9-4960A4014A7F}" dt="2026-05-09T04:25:51.269" v="1790" actId="478"/>
          <ac:spMkLst>
            <pc:docMk/>
            <pc:sldMk cId="0" sldId="276"/>
            <ac:spMk id="1539" creationId="{00000000-0000-0000-0000-000000000000}"/>
          </ac:spMkLst>
        </pc:spChg>
        <pc:spChg chg="add del">
          <ac:chgData name="Roxanne Moe" userId="b0c5fcc2bfd65ede" providerId="LiveId" clId="{D3CF7F64-7301-4905-80B9-4960A4014A7F}" dt="2026-05-09T04:25:51.269" v="1790" actId="478"/>
          <ac:spMkLst>
            <pc:docMk/>
            <pc:sldMk cId="0" sldId="276"/>
            <ac:spMk id="1540" creationId="{00000000-0000-0000-0000-000000000000}"/>
          </ac:spMkLst>
        </pc:spChg>
        <pc:spChg chg="mod">
          <ac:chgData name="Roxanne Moe" userId="b0c5fcc2bfd65ede" providerId="LiveId" clId="{D3CF7F64-7301-4905-80B9-4960A4014A7F}" dt="2026-05-09T04:24:45.947" v="1691" actId="1076"/>
          <ac:spMkLst>
            <pc:docMk/>
            <pc:sldMk cId="0" sldId="276"/>
            <ac:spMk id="1541" creationId="{00000000-0000-0000-0000-000000000000}"/>
          </ac:spMkLst>
        </pc:spChg>
        <pc:spChg chg="del">
          <ac:chgData name="Roxanne Moe" userId="b0c5fcc2bfd65ede" providerId="LiveId" clId="{D3CF7F64-7301-4905-80B9-4960A4014A7F}" dt="2026-05-09T04:24:40.220" v="1690" actId="478"/>
          <ac:spMkLst>
            <pc:docMk/>
            <pc:sldMk cId="0" sldId="276"/>
            <ac:spMk id="1542" creationId="{00000000-0000-0000-0000-000000000000}"/>
          </ac:spMkLst>
        </pc:spChg>
        <pc:spChg chg="mod">
          <ac:chgData name="Roxanne Moe" userId="b0c5fcc2bfd65ede" providerId="LiveId" clId="{D3CF7F64-7301-4905-80B9-4960A4014A7F}" dt="2026-05-09T04:25:25.732" v="1774" actId="1076"/>
          <ac:spMkLst>
            <pc:docMk/>
            <pc:sldMk cId="0" sldId="276"/>
            <ac:spMk id="1543" creationId="{00000000-0000-0000-0000-000000000000}"/>
          </ac:spMkLst>
        </pc:spChg>
        <pc:spChg chg="del">
          <ac:chgData name="Roxanne Moe" userId="b0c5fcc2bfd65ede" providerId="LiveId" clId="{D3CF7F64-7301-4905-80B9-4960A4014A7F}" dt="2026-05-09T04:24:38.104" v="1689" actId="478"/>
          <ac:spMkLst>
            <pc:docMk/>
            <pc:sldMk cId="0" sldId="276"/>
            <ac:spMk id="1545" creationId="{00000000-0000-0000-0000-000000000000}"/>
          </ac:spMkLst>
        </pc:spChg>
        <pc:spChg chg="mod">
          <ac:chgData name="Roxanne Moe" userId="b0c5fcc2bfd65ede" providerId="LiveId" clId="{D3CF7F64-7301-4905-80B9-4960A4014A7F}" dt="2026-05-09T04:27:32.452" v="1951" actId="1076"/>
          <ac:spMkLst>
            <pc:docMk/>
            <pc:sldMk cId="0" sldId="276"/>
            <ac:spMk id="1546" creationId="{00000000-0000-0000-0000-000000000000}"/>
          </ac:spMkLst>
        </pc:spChg>
        <pc:picChg chg="add mod">
          <ac:chgData name="Roxanne Moe" userId="b0c5fcc2bfd65ede" providerId="LiveId" clId="{D3CF7F64-7301-4905-80B9-4960A4014A7F}" dt="2026-05-09T04:23:32.058" v="1568" actId="14861"/>
          <ac:picMkLst>
            <pc:docMk/>
            <pc:sldMk cId="0" sldId="276"/>
            <ac:picMk id="3" creationId="{A6BAF151-FCFE-7643-40C6-9C10CB349636}"/>
          </ac:picMkLst>
        </pc:picChg>
        <pc:picChg chg="del">
          <ac:chgData name="Roxanne Moe" userId="b0c5fcc2bfd65ede" providerId="LiveId" clId="{D3CF7F64-7301-4905-80B9-4960A4014A7F}" dt="2026-05-09T04:23:14.653" v="1560" actId="478"/>
          <ac:picMkLst>
            <pc:docMk/>
            <pc:sldMk cId="0" sldId="276"/>
            <ac:picMk id="1526" creationId="{00000000-0000-0000-0000-000000000000}"/>
          </ac:picMkLst>
        </pc:picChg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7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8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79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80"/>
        </pc:sldMkLst>
      </pc:sldChg>
      <pc:sldChg chg="addSp delSp modSp mod ord modNotes">
        <pc:chgData name="Roxanne Moe" userId="b0c5fcc2bfd65ede" providerId="LiveId" clId="{D3CF7F64-7301-4905-80B9-4960A4014A7F}" dt="2026-05-09T04:28:58.306" v="1977" actId="1076"/>
        <pc:sldMkLst>
          <pc:docMk/>
          <pc:sldMk cId="0" sldId="281"/>
        </pc:sldMkLst>
        <pc:spChg chg="add del mod">
          <ac:chgData name="Roxanne Moe" userId="b0c5fcc2bfd65ede" providerId="LiveId" clId="{D3CF7F64-7301-4905-80B9-4960A4014A7F}" dt="2026-05-09T04:28:44.680" v="1972" actId="478"/>
          <ac:spMkLst>
            <pc:docMk/>
            <pc:sldMk cId="0" sldId="281"/>
            <ac:spMk id="3" creationId="{A1D54F13-1308-E84C-2B52-A1CBFB5049F4}"/>
          </ac:spMkLst>
        </pc:spChg>
        <pc:spChg chg="mod">
          <ac:chgData name="Roxanne Moe" userId="b0c5fcc2bfd65ede" providerId="LiveId" clId="{D3CF7F64-7301-4905-80B9-4960A4014A7F}" dt="2026-05-09T04:28:58.306" v="1977" actId="1076"/>
          <ac:spMkLst>
            <pc:docMk/>
            <pc:sldMk cId="0" sldId="281"/>
            <ac:spMk id="1628" creationId="{00000000-0000-0000-0000-000000000000}"/>
          </ac:spMkLst>
        </pc:spChg>
        <pc:spChg chg="del">
          <ac:chgData name="Roxanne Moe" userId="b0c5fcc2bfd65ede" providerId="LiveId" clId="{D3CF7F64-7301-4905-80B9-4960A4014A7F}" dt="2026-05-09T04:28:54.757" v="1974" actId="478"/>
          <ac:spMkLst>
            <pc:docMk/>
            <pc:sldMk cId="0" sldId="281"/>
            <ac:spMk id="1629" creationId="{00000000-0000-0000-0000-000000000000}"/>
          </ac:spMkLst>
        </pc:spChg>
        <pc:spChg chg="del mod">
          <ac:chgData name="Roxanne Moe" userId="b0c5fcc2bfd65ede" providerId="LiveId" clId="{D3CF7F64-7301-4905-80B9-4960A4014A7F}" dt="2026-05-09T04:28:43.383" v="1971" actId="478"/>
          <ac:spMkLst>
            <pc:docMk/>
            <pc:sldMk cId="0" sldId="281"/>
            <ac:spMk id="1640" creationId="{00000000-0000-0000-0000-000000000000}"/>
          </ac:spMkLst>
        </pc:spChg>
        <pc:spChg chg="del">
          <ac:chgData name="Roxanne Moe" userId="b0c5fcc2bfd65ede" providerId="LiveId" clId="{D3CF7F64-7301-4905-80B9-4960A4014A7F}" dt="2026-05-09T04:28:48.903" v="1973" actId="478"/>
          <ac:spMkLst>
            <pc:docMk/>
            <pc:sldMk cId="0" sldId="281"/>
            <ac:spMk id="1641" creationId="{00000000-0000-0000-0000-000000000000}"/>
          </ac:spMkLst>
        </pc:spChg>
        <pc:grpChg chg="del">
          <ac:chgData name="Roxanne Moe" userId="b0c5fcc2bfd65ede" providerId="LiveId" clId="{D3CF7F64-7301-4905-80B9-4960A4014A7F}" dt="2026-05-09T04:28:55.333" v="1975" actId="478"/>
          <ac:grpSpMkLst>
            <pc:docMk/>
            <pc:sldMk cId="0" sldId="281"/>
            <ac:grpSpMk id="1630" creationId="{00000000-0000-0000-0000-000000000000}"/>
          </ac:grpSpMkLst>
        </pc:grpChg>
        <pc:grpChg chg="del">
          <ac:chgData name="Roxanne Moe" userId="b0c5fcc2bfd65ede" providerId="LiveId" clId="{D3CF7F64-7301-4905-80B9-4960A4014A7F}" dt="2026-05-09T04:28:55.722" v="1976" actId="478"/>
          <ac:grpSpMkLst>
            <pc:docMk/>
            <pc:sldMk cId="0" sldId="281"/>
            <ac:grpSpMk id="1635" creationId="{00000000-0000-0000-0000-000000000000}"/>
          </ac:grpSpMkLst>
        </pc:grpChg>
      </pc:sldChg>
      <pc:sldChg chg="addSp modSp mod ord">
        <pc:chgData name="Roxanne Moe" userId="b0c5fcc2bfd65ede" providerId="LiveId" clId="{D3CF7F64-7301-4905-80B9-4960A4014A7F}" dt="2026-05-09T04:20:53.139" v="1555"/>
        <pc:sldMkLst>
          <pc:docMk/>
          <pc:sldMk cId="0" sldId="282"/>
        </pc:sldMkLst>
        <pc:spChg chg="mod">
          <ac:chgData name="Roxanne Moe" userId="b0c5fcc2bfd65ede" providerId="LiveId" clId="{D3CF7F64-7301-4905-80B9-4960A4014A7F}" dt="2026-05-09T04:00:30.085" v="747" actId="20577"/>
          <ac:spMkLst>
            <pc:docMk/>
            <pc:sldMk cId="0" sldId="282"/>
            <ac:spMk id="1646" creationId="{00000000-0000-0000-0000-000000000000}"/>
          </ac:spMkLst>
        </pc:spChg>
        <pc:spChg chg="mod">
          <ac:chgData name="Roxanne Moe" userId="b0c5fcc2bfd65ede" providerId="LiveId" clId="{D3CF7F64-7301-4905-80B9-4960A4014A7F}" dt="2026-05-09T04:04:59.698" v="1051" actId="14100"/>
          <ac:spMkLst>
            <pc:docMk/>
            <pc:sldMk cId="0" sldId="282"/>
            <ac:spMk id="1647" creationId="{00000000-0000-0000-0000-000000000000}"/>
          </ac:spMkLst>
        </pc:spChg>
        <pc:picChg chg="add mod">
          <ac:chgData name="Roxanne Moe" userId="b0c5fcc2bfd65ede" providerId="LiveId" clId="{D3CF7F64-7301-4905-80B9-4960A4014A7F}" dt="2026-05-09T04:04:07.682" v="985" actId="14861"/>
          <ac:picMkLst>
            <pc:docMk/>
            <pc:sldMk cId="0" sldId="282"/>
            <ac:picMk id="1026" creationId="{63DBC745-84CE-1436-1976-E8D2639123EB}"/>
          </ac:picMkLst>
        </pc:picChg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83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84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85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86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87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88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89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0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1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2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3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4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5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6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7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8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299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300"/>
        </pc:sldMkLst>
      </pc:sldChg>
      <pc:sldChg chg="del">
        <pc:chgData name="Roxanne Moe" userId="b0c5fcc2bfd65ede" providerId="LiveId" clId="{D3CF7F64-7301-4905-80B9-4960A4014A7F}" dt="2026-05-09T04:29:26.239" v="1978" actId="47"/>
        <pc:sldMkLst>
          <pc:docMk/>
          <pc:sldMk cId="0" sldId="301"/>
        </pc:sldMkLst>
      </pc:sldChg>
      <pc:sldChg chg="addSp delSp modSp add mod ord">
        <pc:chgData name="Roxanne Moe" userId="b0c5fcc2bfd65ede" providerId="LiveId" clId="{D3CF7F64-7301-4905-80B9-4960A4014A7F}" dt="2026-05-09T04:20:53.139" v="1555"/>
        <pc:sldMkLst>
          <pc:docMk/>
          <pc:sldMk cId="2268431495" sldId="302"/>
        </pc:sldMkLst>
        <pc:spChg chg="mod">
          <ac:chgData name="Roxanne Moe" userId="b0c5fcc2bfd65ede" providerId="LiveId" clId="{D3CF7F64-7301-4905-80B9-4960A4014A7F}" dt="2026-05-09T04:05:42.478" v="1095" actId="1076"/>
          <ac:spMkLst>
            <pc:docMk/>
            <pc:sldMk cId="2268431495" sldId="302"/>
            <ac:spMk id="1647" creationId="{4CAE9F8D-9569-30C9-A527-CC577110DFFD}"/>
          </ac:spMkLst>
        </pc:spChg>
        <pc:picChg chg="del">
          <ac:chgData name="Roxanne Moe" userId="b0c5fcc2bfd65ede" providerId="LiveId" clId="{D3CF7F64-7301-4905-80B9-4960A4014A7F}" dt="2026-05-09T04:05:23.416" v="1091" actId="478"/>
          <ac:picMkLst>
            <pc:docMk/>
            <pc:sldMk cId="2268431495" sldId="302"/>
            <ac:picMk id="1026" creationId="{DCABD11E-4E34-79A5-5883-5B7E435C2BD9}"/>
          </ac:picMkLst>
        </pc:picChg>
        <pc:picChg chg="add mod">
          <ac:chgData name="Roxanne Moe" userId="b0c5fcc2bfd65ede" providerId="LiveId" clId="{D3CF7F64-7301-4905-80B9-4960A4014A7F}" dt="2026-05-09T04:05:54.286" v="1101" actId="14861"/>
          <ac:picMkLst>
            <pc:docMk/>
            <pc:sldMk cId="2268431495" sldId="302"/>
            <ac:picMk id="2050" creationId="{1712EBB8-96EB-AA36-D35E-DA56BDCD837C}"/>
          </ac:picMkLst>
        </pc:picChg>
      </pc:sldChg>
      <pc:sldChg chg="addSp delSp modSp add mod ord">
        <pc:chgData name="Roxanne Moe" userId="b0c5fcc2bfd65ede" providerId="LiveId" clId="{D3CF7F64-7301-4905-80B9-4960A4014A7F}" dt="2026-05-09T04:20:53.139" v="1555"/>
        <pc:sldMkLst>
          <pc:docMk/>
          <pc:sldMk cId="3257640093" sldId="303"/>
        </pc:sldMkLst>
        <pc:spChg chg="mod">
          <ac:chgData name="Roxanne Moe" userId="b0c5fcc2bfd65ede" providerId="LiveId" clId="{D3CF7F64-7301-4905-80B9-4960A4014A7F}" dt="2026-05-09T04:07:31.534" v="1197" actId="1076"/>
          <ac:spMkLst>
            <pc:docMk/>
            <pc:sldMk cId="3257640093" sldId="303"/>
            <ac:spMk id="1647" creationId="{83D11EC4-3B8A-371C-1367-1CDA37342E82}"/>
          </ac:spMkLst>
        </pc:spChg>
        <pc:picChg chg="del">
          <ac:chgData name="Roxanne Moe" userId="b0c5fcc2bfd65ede" providerId="LiveId" clId="{D3CF7F64-7301-4905-80B9-4960A4014A7F}" dt="2026-05-09T04:06:40.783" v="1182" actId="478"/>
          <ac:picMkLst>
            <pc:docMk/>
            <pc:sldMk cId="3257640093" sldId="303"/>
            <ac:picMk id="2050" creationId="{6233F195-3239-B09F-AE5C-C6E91D65A79D}"/>
          </ac:picMkLst>
        </pc:picChg>
        <pc:picChg chg="add mod">
          <ac:chgData name="Roxanne Moe" userId="b0c5fcc2bfd65ede" providerId="LiveId" clId="{D3CF7F64-7301-4905-80B9-4960A4014A7F}" dt="2026-05-09T04:07:29.020" v="1196" actId="1076"/>
          <ac:picMkLst>
            <pc:docMk/>
            <pc:sldMk cId="3257640093" sldId="303"/>
            <ac:picMk id="3074" creationId="{77CCA85E-138E-395C-1E8C-8AEF1C2217B9}"/>
          </ac:picMkLst>
        </pc:picChg>
      </pc:sldChg>
      <pc:sldMasterChg chg="delSldLayout">
        <pc:chgData name="Roxanne Moe" userId="b0c5fcc2bfd65ede" providerId="LiveId" clId="{D3CF7F64-7301-4905-80B9-4960A4014A7F}" dt="2026-05-09T04:29:26.239" v="1978" actId="47"/>
        <pc:sldMasterMkLst>
          <pc:docMk/>
          <pc:sldMasterMk cId="0" sldId="2147483674"/>
        </pc:sldMasterMkLst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49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51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53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57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59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60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64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65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66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67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69"/>
          </pc:sldLayoutMkLst>
        </pc:sldLayoutChg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4"/>
            <pc:sldLayoutMk cId="0" sldId="2147483670"/>
          </pc:sldLayoutMkLst>
        </pc:sldLayoutChg>
      </pc:sldMasterChg>
      <pc:sldMasterChg chg="del delSldLayout">
        <pc:chgData name="Roxanne Moe" userId="b0c5fcc2bfd65ede" providerId="LiveId" clId="{D3CF7F64-7301-4905-80B9-4960A4014A7F}" dt="2026-05-09T04:29:26.239" v="1978" actId="47"/>
        <pc:sldMasterMkLst>
          <pc:docMk/>
          <pc:sldMasterMk cId="0" sldId="2147483675"/>
        </pc:sldMasterMkLst>
        <pc:sldLayoutChg chg="del">
          <pc:chgData name="Roxanne Moe" userId="b0c5fcc2bfd65ede" providerId="LiveId" clId="{D3CF7F64-7301-4905-80B9-4960A4014A7F}" dt="2026-05-09T04:29:26.239" v="1978" actId="47"/>
          <pc:sldLayoutMkLst>
            <pc:docMk/>
            <pc:sldMasterMk cId="0" sldId="2147483675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8efcfe4de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8efcfe4de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8a9497d6f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8a9497d6f2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8efcfe4d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8efcfe4d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>
          <a:extLst>
            <a:ext uri="{FF2B5EF4-FFF2-40B4-BE49-F238E27FC236}">
              <a16:creationId xmlns:a16="http://schemas.microsoft.com/office/drawing/2014/main" id="{8D32CD6B-7646-6095-2CF3-271468A8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8efcfe4de2_0_0:notes">
            <a:extLst>
              <a:ext uri="{FF2B5EF4-FFF2-40B4-BE49-F238E27FC236}">
                <a16:creationId xmlns:a16="http://schemas.microsoft.com/office/drawing/2014/main" id="{464083F5-39F5-53B4-A0EB-AE1565610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8efcfe4de2_0_0:notes">
            <a:extLst>
              <a:ext uri="{FF2B5EF4-FFF2-40B4-BE49-F238E27FC236}">
                <a16:creationId xmlns:a16="http://schemas.microsoft.com/office/drawing/2014/main" id="{E63E68AC-6C7C-C314-BB1F-EAFE44E40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3887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>
          <a:extLst>
            <a:ext uri="{FF2B5EF4-FFF2-40B4-BE49-F238E27FC236}">
              <a16:creationId xmlns:a16="http://schemas.microsoft.com/office/drawing/2014/main" id="{5ABE81F9-3CDE-9D85-B148-DA6DBBFA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8efcfe4de2_0_0:notes">
            <a:extLst>
              <a:ext uri="{FF2B5EF4-FFF2-40B4-BE49-F238E27FC236}">
                <a16:creationId xmlns:a16="http://schemas.microsoft.com/office/drawing/2014/main" id="{25136373-A8DD-0F08-AA15-977B7624F7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8efcfe4de2_0_0:notes">
            <a:extLst>
              <a:ext uri="{FF2B5EF4-FFF2-40B4-BE49-F238E27FC236}">
                <a16:creationId xmlns:a16="http://schemas.microsoft.com/office/drawing/2014/main" id="{A88937AF-D4A4-8D20-59E4-8C203FA08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475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8efcfe4de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8efcfe4de2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94d531c4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94d531c4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8a9497d6f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8a9497d6f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1" y="84692"/>
            <a:ext cx="9332081" cy="4887827"/>
            <a:chOff x="-11" y="84692"/>
            <a:chExt cx="9332081" cy="4887827"/>
          </a:xfrm>
        </p:grpSpPr>
        <p:sp>
          <p:nvSpPr>
            <p:cNvPr id="10" name="Google Shape;10;p2"/>
            <p:cNvSpPr/>
            <p:nvPr/>
          </p:nvSpPr>
          <p:spPr>
            <a:xfrm>
              <a:off x="4288332" y="4762600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886298" y="46227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560826" y="53949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84692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560818" y="429510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445500" y="31491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882027" y="4849872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17;p2"/>
            <p:cNvGrpSpPr/>
            <p:nvPr/>
          </p:nvGrpSpPr>
          <p:grpSpPr>
            <a:xfrm>
              <a:off x="-11" y="3452276"/>
              <a:ext cx="540628" cy="262781"/>
              <a:chOff x="-179336" y="-13036"/>
              <a:chExt cx="540628" cy="262781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8789363" y="2381628"/>
              <a:ext cx="542707" cy="380246"/>
              <a:chOff x="8899188" y="4302953"/>
              <a:chExt cx="542707" cy="380246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" name="Google Shape;47;p2"/>
            <p:cNvSpPr/>
            <p:nvPr/>
          </p:nvSpPr>
          <p:spPr>
            <a:xfrm>
              <a:off x="6065125" y="25776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13850" y="134356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3225" y="1467475"/>
            <a:ext cx="3858600" cy="18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13312" y="3235515"/>
            <a:ext cx="3858600" cy="6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4"/>
          <p:cNvGrpSpPr/>
          <p:nvPr/>
        </p:nvGrpSpPr>
        <p:grpSpPr>
          <a:xfrm>
            <a:off x="-164149" y="-50283"/>
            <a:ext cx="9332565" cy="5029956"/>
            <a:chOff x="-164149" y="-50283"/>
            <a:chExt cx="9332565" cy="5029956"/>
          </a:xfrm>
        </p:grpSpPr>
        <p:sp>
          <p:nvSpPr>
            <p:cNvPr id="92" name="Google Shape;92;p4"/>
            <p:cNvSpPr/>
            <p:nvPr/>
          </p:nvSpPr>
          <p:spPr>
            <a:xfrm>
              <a:off x="2102407" y="4622537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-7527" y="22096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8570251" y="119574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8430831" y="3332684"/>
              <a:ext cx="737585" cy="99536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852475" y="-50283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6827093" y="444625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361302" y="4180297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4"/>
            <p:cNvGrpSpPr/>
            <p:nvPr/>
          </p:nvGrpSpPr>
          <p:grpSpPr>
            <a:xfrm>
              <a:off x="-164149" y="408101"/>
              <a:ext cx="540628" cy="262781"/>
              <a:chOff x="-179336" y="-13036"/>
              <a:chExt cx="540628" cy="262781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" name="Google Shape;112;p4"/>
            <p:cNvGrpSpPr/>
            <p:nvPr/>
          </p:nvGrpSpPr>
          <p:grpSpPr>
            <a:xfrm>
              <a:off x="8318163" y="4599428"/>
              <a:ext cx="542707" cy="380246"/>
              <a:chOff x="8899188" y="4302953"/>
              <a:chExt cx="542707" cy="380246"/>
            </a:xfrm>
          </p:grpSpPr>
          <p:sp>
            <p:nvSpPr>
              <p:cNvPr id="113" name="Google Shape;113;p4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713225" y="1237780"/>
            <a:ext cx="7717500" cy="34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6"/>
          <p:cNvGrpSpPr/>
          <p:nvPr/>
        </p:nvGrpSpPr>
        <p:grpSpPr>
          <a:xfrm>
            <a:off x="-297893" y="-13036"/>
            <a:ext cx="9739787" cy="5169574"/>
            <a:chOff x="237850" y="909525"/>
            <a:chExt cx="7143225" cy="3791400"/>
          </a:xfrm>
        </p:grpSpPr>
        <p:sp>
          <p:nvSpPr>
            <p:cNvPr id="179" name="Google Shape;179;p6"/>
            <p:cNvSpPr/>
            <p:nvPr/>
          </p:nvSpPr>
          <p:spPr>
            <a:xfrm>
              <a:off x="237850" y="1994700"/>
              <a:ext cx="416100" cy="73175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7362350" y="4162450"/>
              <a:ext cx="18650" cy="17325"/>
            </a:xfrm>
            <a:custGeom>
              <a:avLst/>
              <a:gdLst/>
              <a:ahLst/>
              <a:cxnLst/>
              <a:rect l="l" t="t" r="r" b="b"/>
              <a:pathLst>
                <a:path w="746" h="693" extrusionOk="0">
                  <a:moveTo>
                    <a:pt x="340" y="1"/>
                  </a:moveTo>
                  <a:cubicBezTo>
                    <a:pt x="230" y="1"/>
                    <a:pt x="142" y="57"/>
                    <a:pt x="74" y="163"/>
                  </a:cubicBezTo>
                  <a:cubicBezTo>
                    <a:pt x="1" y="280"/>
                    <a:pt x="1" y="403"/>
                    <a:pt x="79" y="514"/>
                  </a:cubicBezTo>
                  <a:cubicBezTo>
                    <a:pt x="149" y="613"/>
                    <a:pt x="228" y="692"/>
                    <a:pt x="346" y="692"/>
                  </a:cubicBezTo>
                  <a:cubicBezTo>
                    <a:pt x="377" y="692"/>
                    <a:pt x="409" y="687"/>
                    <a:pt x="445" y="676"/>
                  </a:cubicBezTo>
                  <a:cubicBezTo>
                    <a:pt x="544" y="643"/>
                    <a:pt x="642" y="633"/>
                    <a:pt x="746" y="615"/>
                  </a:cubicBezTo>
                  <a:cubicBezTo>
                    <a:pt x="746" y="449"/>
                    <a:pt x="746" y="280"/>
                    <a:pt x="741" y="110"/>
                  </a:cubicBezTo>
                  <a:cubicBezTo>
                    <a:pt x="642" y="77"/>
                    <a:pt x="546" y="47"/>
                    <a:pt x="448" y="17"/>
                  </a:cubicBezTo>
                  <a:cubicBezTo>
                    <a:pt x="410" y="6"/>
                    <a:pt x="374" y="1"/>
                    <a:pt x="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7362200" y="4074925"/>
              <a:ext cx="18875" cy="16825"/>
            </a:xfrm>
            <a:custGeom>
              <a:avLst/>
              <a:gdLst/>
              <a:ahLst/>
              <a:cxnLst/>
              <a:rect l="l" t="t" r="r" b="b"/>
              <a:pathLst>
                <a:path w="755" h="673" extrusionOk="0">
                  <a:moveTo>
                    <a:pt x="366" y="1"/>
                  </a:moveTo>
                  <a:cubicBezTo>
                    <a:pt x="181" y="1"/>
                    <a:pt x="0" y="215"/>
                    <a:pt x="24" y="407"/>
                  </a:cubicBezTo>
                  <a:cubicBezTo>
                    <a:pt x="43" y="548"/>
                    <a:pt x="193" y="672"/>
                    <a:pt x="349" y="672"/>
                  </a:cubicBezTo>
                  <a:cubicBezTo>
                    <a:pt x="363" y="672"/>
                    <a:pt x="377" y="671"/>
                    <a:pt x="391" y="669"/>
                  </a:cubicBezTo>
                  <a:cubicBezTo>
                    <a:pt x="512" y="649"/>
                    <a:pt x="630" y="611"/>
                    <a:pt x="752" y="583"/>
                  </a:cubicBezTo>
                  <a:cubicBezTo>
                    <a:pt x="752" y="417"/>
                    <a:pt x="752" y="245"/>
                    <a:pt x="754" y="78"/>
                  </a:cubicBezTo>
                  <a:cubicBezTo>
                    <a:pt x="633" y="53"/>
                    <a:pt x="517" y="15"/>
                    <a:pt x="396" y="3"/>
                  </a:cubicBezTo>
                  <a:cubicBezTo>
                    <a:pt x="386" y="1"/>
                    <a:pt x="376" y="1"/>
                    <a:pt x="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7362800" y="4250675"/>
              <a:ext cx="18275" cy="15650"/>
            </a:xfrm>
            <a:custGeom>
              <a:avLst/>
              <a:gdLst/>
              <a:ahLst/>
              <a:cxnLst/>
              <a:rect l="l" t="t" r="r" b="b"/>
              <a:pathLst>
                <a:path w="731" h="626" extrusionOk="0">
                  <a:moveTo>
                    <a:pt x="306" y="1"/>
                  </a:moveTo>
                  <a:cubicBezTo>
                    <a:pt x="182" y="1"/>
                    <a:pt x="79" y="67"/>
                    <a:pt x="28" y="193"/>
                  </a:cubicBezTo>
                  <a:cubicBezTo>
                    <a:pt x="0" y="256"/>
                    <a:pt x="8" y="352"/>
                    <a:pt x="38" y="420"/>
                  </a:cubicBezTo>
                  <a:cubicBezTo>
                    <a:pt x="93" y="540"/>
                    <a:pt x="185" y="626"/>
                    <a:pt x="315" y="626"/>
                  </a:cubicBezTo>
                  <a:cubicBezTo>
                    <a:pt x="335" y="626"/>
                    <a:pt x="357" y="624"/>
                    <a:pt x="379" y="619"/>
                  </a:cubicBezTo>
                  <a:cubicBezTo>
                    <a:pt x="498" y="589"/>
                    <a:pt x="609" y="536"/>
                    <a:pt x="728" y="496"/>
                  </a:cubicBezTo>
                  <a:cubicBezTo>
                    <a:pt x="728" y="369"/>
                    <a:pt x="728" y="243"/>
                    <a:pt x="730" y="119"/>
                  </a:cubicBezTo>
                  <a:cubicBezTo>
                    <a:pt x="614" y="81"/>
                    <a:pt x="500" y="31"/>
                    <a:pt x="379" y="8"/>
                  </a:cubicBezTo>
                  <a:cubicBezTo>
                    <a:pt x="354" y="3"/>
                    <a:pt x="330" y="1"/>
                    <a:pt x="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7362975" y="4338125"/>
              <a:ext cx="18025" cy="15650"/>
            </a:xfrm>
            <a:custGeom>
              <a:avLst/>
              <a:gdLst/>
              <a:ahLst/>
              <a:cxnLst/>
              <a:rect l="l" t="t" r="r" b="b"/>
              <a:pathLst>
                <a:path w="721" h="626" extrusionOk="0">
                  <a:moveTo>
                    <a:pt x="300" y="0"/>
                  </a:moveTo>
                  <a:cubicBezTo>
                    <a:pt x="180" y="0"/>
                    <a:pt x="79" y="67"/>
                    <a:pt x="31" y="187"/>
                  </a:cubicBezTo>
                  <a:cubicBezTo>
                    <a:pt x="1" y="270"/>
                    <a:pt x="9" y="394"/>
                    <a:pt x="51" y="472"/>
                  </a:cubicBezTo>
                  <a:cubicBezTo>
                    <a:pt x="98" y="566"/>
                    <a:pt x="188" y="625"/>
                    <a:pt x="298" y="625"/>
                  </a:cubicBezTo>
                  <a:cubicBezTo>
                    <a:pt x="319" y="625"/>
                    <a:pt x="340" y="623"/>
                    <a:pt x="362" y="619"/>
                  </a:cubicBezTo>
                  <a:cubicBezTo>
                    <a:pt x="483" y="596"/>
                    <a:pt x="599" y="561"/>
                    <a:pt x="721" y="533"/>
                  </a:cubicBezTo>
                  <a:lnTo>
                    <a:pt x="721" y="154"/>
                  </a:lnTo>
                  <a:cubicBezTo>
                    <a:pt x="610" y="106"/>
                    <a:pt x="498" y="41"/>
                    <a:pt x="382" y="10"/>
                  </a:cubicBezTo>
                  <a:cubicBezTo>
                    <a:pt x="354" y="3"/>
                    <a:pt x="326" y="0"/>
                    <a:pt x="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386725" y="3552550"/>
              <a:ext cx="166775" cy="166600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7098150" y="2774050"/>
              <a:ext cx="167625" cy="166125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117625" y="981175"/>
              <a:ext cx="540950" cy="73000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1377925" y="1117100"/>
              <a:ext cx="541350" cy="72950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6043175" y="4628000"/>
              <a:ext cx="539825" cy="72925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909425" y="1333325"/>
              <a:ext cx="92975" cy="90875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1710325" y="4531900"/>
              <a:ext cx="92900" cy="89950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325550" y="997675"/>
              <a:ext cx="16450" cy="17500"/>
            </a:xfrm>
            <a:custGeom>
              <a:avLst/>
              <a:gdLst/>
              <a:ahLst/>
              <a:cxnLst/>
              <a:rect l="l" t="t" r="r" b="b"/>
              <a:pathLst>
                <a:path w="658" h="700" extrusionOk="0">
                  <a:moveTo>
                    <a:pt x="353" y="0"/>
                  </a:moveTo>
                  <a:cubicBezTo>
                    <a:pt x="344" y="0"/>
                    <a:pt x="334" y="1"/>
                    <a:pt x="324" y="2"/>
                  </a:cubicBezTo>
                  <a:cubicBezTo>
                    <a:pt x="162" y="20"/>
                    <a:pt x="11" y="174"/>
                    <a:pt x="8" y="330"/>
                  </a:cubicBezTo>
                  <a:cubicBezTo>
                    <a:pt x="1" y="507"/>
                    <a:pt x="185" y="699"/>
                    <a:pt x="354" y="699"/>
                  </a:cubicBezTo>
                  <a:cubicBezTo>
                    <a:pt x="503" y="699"/>
                    <a:pt x="647" y="535"/>
                    <a:pt x="655" y="361"/>
                  </a:cubicBezTo>
                  <a:cubicBezTo>
                    <a:pt x="657" y="160"/>
                    <a:pt x="520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451750" y="997700"/>
              <a:ext cx="16500" cy="17475"/>
            </a:xfrm>
            <a:custGeom>
              <a:avLst/>
              <a:gdLst/>
              <a:ahLst/>
              <a:cxnLst/>
              <a:rect l="l" t="t" r="r" b="b"/>
              <a:pathLst>
                <a:path w="660" h="699" extrusionOk="0">
                  <a:moveTo>
                    <a:pt x="349" y="0"/>
                  </a:moveTo>
                  <a:cubicBezTo>
                    <a:pt x="178" y="0"/>
                    <a:pt x="1" y="174"/>
                    <a:pt x="3" y="344"/>
                  </a:cubicBezTo>
                  <a:cubicBezTo>
                    <a:pt x="6" y="509"/>
                    <a:pt x="198" y="698"/>
                    <a:pt x="360" y="698"/>
                  </a:cubicBezTo>
                  <a:cubicBezTo>
                    <a:pt x="364" y="698"/>
                    <a:pt x="368" y="698"/>
                    <a:pt x="372" y="698"/>
                  </a:cubicBezTo>
                  <a:cubicBezTo>
                    <a:pt x="516" y="690"/>
                    <a:pt x="660" y="509"/>
                    <a:pt x="657" y="344"/>
                  </a:cubicBezTo>
                  <a:cubicBezTo>
                    <a:pt x="652" y="165"/>
                    <a:pt x="524" y="9"/>
                    <a:pt x="367" y="1"/>
                  </a:cubicBezTo>
                  <a:cubicBezTo>
                    <a:pt x="361" y="1"/>
                    <a:pt x="355" y="0"/>
                    <a:pt x="3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577650" y="997650"/>
              <a:ext cx="17075" cy="17450"/>
            </a:xfrm>
            <a:custGeom>
              <a:avLst/>
              <a:gdLst/>
              <a:ahLst/>
              <a:cxnLst/>
              <a:rect l="l" t="t" r="r" b="b"/>
              <a:pathLst>
                <a:path w="683" h="698" extrusionOk="0">
                  <a:moveTo>
                    <a:pt x="373" y="1"/>
                  </a:moveTo>
                  <a:cubicBezTo>
                    <a:pt x="203" y="1"/>
                    <a:pt x="20" y="156"/>
                    <a:pt x="13" y="321"/>
                  </a:cubicBezTo>
                  <a:cubicBezTo>
                    <a:pt x="0" y="485"/>
                    <a:pt x="190" y="685"/>
                    <a:pt x="362" y="698"/>
                  </a:cubicBezTo>
                  <a:cubicBezTo>
                    <a:pt x="365" y="698"/>
                    <a:pt x="368" y="698"/>
                    <a:pt x="372" y="698"/>
                  </a:cubicBezTo>
                  <a:cubicBezTo>
                    <a:pt x="517" y="698"/>
                    <a:pt x="662" y="542"/>
                    <a:pt x="672" y="369"/>
                  </a:cubicBezTo>
                  <a:cubicBezTo>
                    <a:pt x="682" y="185"/>
                    <a:pt x="569" y="28"/>
                    <a:pt x="407" y="3"/>
                  </a:cubicBezTo>
                  <a:cubicBezTo>
                    <a:pt x="396" y="2"/>
                    <a:pt x="384" y="1"/>
                    <a:pt x="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703800" y="997650"/>
              <a:ext cx="17125" cy="17525"/>
            </a:xfrm>
            <a:custGeom>
              <a:avLst/>
              <a:gdLst/>
              <a:ahLst/>
              <a:cxnLst/>
              <a:rect l="l" t="t" r="r" b="b"/>
              <a:pathLst>
                <a:path w="685" h="701" extrusionOk="0">
                  <a:moveTo>
                    <a:pt x="374" y="0"/>
                  </a:moveTo>
                  <a:cubicBezTo>
                    <a:pt x="369" y="0"/>
                    <a:pt x="365" y="0"/>
                    <a:pt x="361" y="1"/>
                  </a:cubicBezTo>
                  <a:cubicBezTo>
                    <a:pt x="164" y="11"/>
                    <a:pt x="0" y="195"/>
                    <a:pt x="20" y="374"/>
                  </a:cubicBezTo>
                  <a:cubicBezTo>
                    <a:pt x="35" y="538"/>
                    <a:pt x="189" y="687"/>
                    <a:pt x="351" y="700"/>
                  </a:cubicBezTo>
                  <a:cubicBezTo>
                    <a:pt x="357" y="700"/>
                    <a:pt x="363" y="701"/>
                    <a:pt x="368" y="701"/>
                  </a:cubicBezTo>
                  <a:cubicBezTo>
                    <a:pt x="538" y="701"/>
                    <a:pt x="684" y="521"/>
                    <a:pt x="677" y="319"/>
                  </a:cubicBezTo>
                  <a:cubicBezTo>
                    <a:pt x="669" y="141"/>
                    <a:pt x="533" y="0"/>
                    <a:pt x="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7235950" y="4162475"/>
              <a:ext cx="17975" cy="17425"/>
            </a:xfrm>
            <a:custGeom>
              <a:avLst/>
              <a:gdLst/>
              <a:ahLst/>
              <a:cxnLst/>
              <a:rect l="l" t="t" r="r" b="b"/>
              <a:pathLst>
                <a:path w="719" h="697" extrusionOk="0">
                  <a:moveTo>
                    <a:pt x="354" y="1"/>
                  </a:moveTo>
                  <a:cubicBezTo>
                    <a:pt x="195" y="6"/>
                    <a:pt x="29" y="150"/>
                    <a:pt x="16" y="301"/>
                  </a:cubicBezTo>
                  <a:cubicBezTo>
                    <a:pt x="1" y="468"/>
                    <a:pt x="178" y="680"/>
                    <a:pt x="339" y="695"/>
                  </a:cubicBezTo>
                  <a:cubicBezTo>
                    <a:pt x="346" y="696"/>
                    <a:pt x="352" y="696"/>
                    <a:pt x="359" y="696"/>
                  </a:cubicBezTo>
                  <a:cubicBezTo>
                    <a:pt x="519" y="696"/>
                    <a:pt x="701" y="522"/>
                    <a:pt x="708" y="352"/>
                  </a:cubicBezTo>
                  <a:cubicBezTo>
                    <a:pt x="718" y="172"/>
                    <a:pt x="541" y="1"/>
                    <a:pt x="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7110000" y="4162450"/>
              <a:ext cx="18025" cy="17300"/>
            </a:xfrm>
            <a:custGeom>
              <a:avLst/>
              <a:gdLst/>
              <a:ahLst/>
              <a:cxnLst/>
              <a:rect l="l" t="t" r="r" b="b"/>
              <a:pathLst>
                <a:path w="721" h="692" extrusionOk="0">
                  <a:moveTo>
                    <a:pt x="354" y="1"/>
                  </a:moveTo>
                  <a:cubicBezTo>
                    <a:pt x="347" y="1"/>
                    <a:pt x="339" y="1"/>
                    <a:pt x="332" y="2"/>
                  </a:cubicBezTo>
                  <a:cubicBezTo>
                    <a:pt x="162" y="22"/>
                    <a:pt x="1" y="179"/>
                    <a:pt x="3" y="327"/>
                  </a:cubicBezTo>
                  <a:cubicBezTo>
                    <a:pt x="8" y="507"/>
                    <a:pt x="191" y="692"/>
                    <a:pt x="359" y="692"/>
                  </a:cubicBezTo>
                  <a:cubicBezTo>
                    <a:pt x="363" y="692"/>
                    <a:pt x="368" y="691"/>
                    <a:pt x="372" y="691"/>
                  </a:cubicBezTo>
                  <a:cubicBezTo>
                    <a:pt x="549" y="681"/>
                    <a:pt x="721" y="466"/>
                    <a:pt x="693" y="290"/>
                  </a:cubicBezTo>
                  <a:cubicBezTo>
                    <a:pt x="671" y="141"/>
                    <a:pt x="505" y="1"/>
                    <a:pt x="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6983050" y="4162575"/>
              <a:ext cx="18275" cy="17425"/>
            </a:xfrm>
            <a:custGeom>
              <a:avLst/>
              <a:gdLst/>
              <a:ahLst/>
              <a:cxnLst/>
              <a:rect l="l" t="t" r="r" b="b"/>
              <a:pathLst>
                <a:path w="731" h="697" extrusionOk="0">
                  <a:moveTo>
                    <a:pt x="389" y="0"/>
                  </a:moveTo>
                  <a:cubicBezTo>
                    <a:pt x="239" y="0"/>
                    <a:pt x="71" y="127"/>
                    <a:pt x="38" y="269"/>
                  </a:cubicBezTo>
                  <a:cubicBezTo>
                    <a:pt x="0" y="426"/>
                    <a:pt x="157" y="648"/>
                    <a:pt x="339" y="691"/>
                  </a:cubicBezTo>
                  <a:cubicBezTo>
                    <a:pt x="352" y="694"/>
                    <a:pt x="365" y="696"/>
                    <a:pt x="379" y="696"/>
                  </a:cubicBezTo>
                  <a:cubicBezTo>
                    <a:pt x="525" y="696"/>
                    <a:pt x="704" y="521"/>
                    <a:pt x="717" y="348"/>
                  </a:cubicBezTo>
                  <a:cubicBezTo>
                    <a:pt x="730" y="194"/>
                    <a:pt x="576" y="12"/>
                    <a:pt x="417" y="2"/>
                  </a:cubicBezTo>
                  <a:cubicBezTo>
                    <a:pt x="408" y="1"/>
                    <a:pt x="398" y="0"/>
                    <a:pt x="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7235975" y="4250675"/>
              <a:ext cx="18200" cy="15700"/>
            </a:xfrm>
            <a:custGeom>
              <a:avLst/>
              <a:gdLst/>
              <a:ahLst/>
              <a:cxnLst/>
              <a:rect l="l" t="t" r="r" b="b"/>
              <a:pathLst>
                <a:path w="728" h="628" extrusionOk="0">
                  <a:moveTo>
                    <a:pt x="360" y="0"/>
                  </a:moveTo>
                  <a:cubicBezTo>
                    <a:pt x="172" y="0"/>
                    <a:pt x="1" y="147"/>
                    <a:pt x="13" y="309"/>
                  </a:cubicBezTo>
                  <a:cubicBezTo>
                    <a:pt x="25" y="465"/>
                    <a:pt x="187" y="619"/>
                    <a:pt x="348" y="627"/>
                  </a:cubicBezTo>
                  <a:cubicBezTo>
                    <a:pt x="353" y="627"/>
                    <a:pt x="358" y="627"/>
                    <a:pt x="363" y="627"/>
                  </a:cubicBezTo>
                  <a:cubicBezTo>
                    <a:pt x="527" y="627"/>
                    <a:pt x="680" y="501"/>
                    <a:pt x="704" y="339"/>
                  </a:cubicBezTo>
                  <a:cubicBezTo>
                    <a:pt x="727" y="185"/>
                    <a:pt x="581" y="23"/>
                    <a:pt x="404" y="3"/>
                  </a:cubicBezTo>
                  <a:cubicBezTo>
                    <a:pt x="389" y="1"/>
                    <a:pt x="375" y="0"/>
                    <a:pt x="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7109700" y="4250600"/>
              <a:ext cx="17925" cy="15700"/>
            </a:xfrm>
            <a:custGeom>
              <a:avLst/>
              <a:gdLst/>
              <a:ahLst/>
              <a:cxnLst/>
              <a:rect l="l" t="t" r="r" b="b"/>
              <a:pathLst>
                <a:path w="717" h="628" extrusionOk="0">
                  <a:moveTo>
                    <a:pt x="377" y="0"/>
                  </a:moveTo>
                  <a:cubicBezTo>
                    <a:pt x="182" y="0"/>
                    <a:pt x="1" y="150"/>
                    <a:pt x="10" y="312"/>
                  </a:cubicBezTo>
                  <a:cubicBezTo>
                    <a:pt x="20" y="466"/>
                    <a:pt x="182" y="622"/>
                    <a:pt x="346" y="627"/>
                  </a:cubicBezTo>
                  <a:cubicBezTo>
                    <a:pt x="351" y="628"/>
                    <a:pt x="357" y="628"/>
                    <a:pt x="362" y="628"/>
                  </a:cubicBezTo>
                  <a:cubicBezTo>
                    <a:pt x="548" y="628"/>
                    <a:pt x="717" y="456"/>
                    <a:pt x="702" y="274"/>
                  </a:cubicBezTo>
                  <a:cubicBezTo>
                    <a:pt x="692" y="140"/>
                    <a:pt x="551" y="14"/>
                    <a:pt x="404" y="1"/>
                  </a:cubicBezTo>
                  <a:cubicBezTo>
                    <a:pt x="395" y="0"/>
                    <a:pt x="386" y="0"/>
                    <a:pt x="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7236275" y="4074900"/>
              <a:ext cx="17450" cy="16900"/>
            </a:xfrm>
            <a:custGeom>
              <a:avLst/>
              <a:gdLst/>
              <a:ahLst/>
              <a:cxnLst/>
              <a:rect l="l" t="t" r="r" b="b"/>
              <a:pathLst>
                <a:path w="698" h="676" extrusionOk="0">
                  <a:moveTo>
                    <a:pt x="360" y="1"/>
                  </a:moveTo>
                  <a:cubicBezTo>
                    <a:pt x="356" y="1"/>
                    <a:pt x="353" y="1"/>
                    <a:pt x="349" y="1"/>
                  </a:cubicBezTo>
                  <a:cubicBezTo>
                    <a:pt x="185" y="11"/>
                    <a:pt x="1" y="216"/>
                    <a:pt x="8" y="385"/>
                  </a:cubicBezTo>
                  <a:cubicBezTo>
                    <a:pt x="11" y="525"/>
                    <a:pt x="186" y="676"/>
                    <a:pt x="343" y="676"/>
                  </a:cubicBezTo>
                  <a:cubicBezTo>
                    <a:pt x="347" y="676"/>
                    <a:pt x="350" y="676"/>
                    <a:pt x="354" y="675"/>
                  </a:cubicBezTo>
                  <a:cubicBezTo>
                    <a:pt x="518" y="670"/>
                    <a:pt x="692" y="516"/>
                    <a:pt x="695" y="372"/>
                  </a:cubicBezTo>
                  <a:cubicBezTo>
                    <a:pt x="697" y="205"/>
                    <a:pt x="514" y="1"/>
                    <a:pt x="3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7110000" y="4074900"/>
              <a:ext cx="17825" cy="17025"/>
            </a:xfrm>
            <a:custGeom>
              <a:avLst/>
              <a:gdLst/>
              <a:ahLst/>
              <a:cxnLst/>
              <a:rect l="l" t="t" r="r" b="b"/>
              <a:pathLst>
                <a:path w="713" h="681" extrusionOk="0">
                  <a:moveTo>
                    <a:pt x="370" y="1"/>
                  </a:moveTo>
                  <a:cubicBezTo>
                    <a:pt x="367" y="1"/>
                    <a:pt x="365" y="1"/>
                    <a:pt x="362" y="1"/>
                  </a:cubicBezTo>
                  <a:cubicBezTo>
                    <a:pt x="198" y="1"/>
                    <a:pt x="1" y="203"/>
                    <a:pt x="3" y="372"/>
                  </a:cubicBezTo>
                  <a:cubicBezTo>
                    <a:pt x="8" y="519"/>
                    <a:pt x="175" y="670"/>
                    <a:pt x="344" y="680"/>
                  </a:cubicBezTo>
                  <a:cubicBezTo>
                    <a:pt x="347" y="680"/>
                    <a:pt x="349" y="681"/>
                    <a:pt x="352" y="681"/>
                  </a:cubicBezTo>
                  <a:cubicBezTo>
                    <a:pt x="509" y="681"/>
                    <a:pt x="688" y="531"/>
                    <a:pt x="698" y="385"/>
                  </a:cubicBezTo>
                  <a:cubicBezTo>
                    <a:pt x="713" y="216"/>
                    <a:pt x="530" y="1"/>
                    <a:pt x="3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6983550" y="4074900"/>
              <a:ext cx="17825" cy="16900"/>
            </a:xfrm>
            <a:custGeom>
              <a:avLst/>
              <a:gdLst/>
              <a:ahLst/>
              <a:cxnLst/>
              <a:rect l="l" t="t" r="r" b="b"/>
              <a:pathLst>
                <a:path w="713" h="676" extrusionOk="0">
                  <a:moveTo>
                    <a:pt x="373" y="1"/>
                  </a:moveTo>
                  <a:cubicBezTo>
                    <a:pt x="369" y="1"/>
                    <a:pt x="365" y="1"/>
                    <a:pt x="362" y="1"/>
                  </a:cubicBezTo>
                  <a:cubicBezTo>
                    <a:pt x="192" y="6"/>
                    <a:pt x="0" y="211"/>
                    <a:pt x="8" y="372"/>
                  </a:cubicBezTo>
                  <a:cubicBezTo>
                    <a:pt x="18" y="519"/>
                    <a:pt x="190" y="670"/>
                    <a:pt x="354" y="675"/>
                  </a:cubicBezTo>
                  <a:cubicBezTo>
                    <a:pt x="359" y="676"/>
                    <a:pt x="364" y="676"/>
                    <a:pt x="369" y="676"/>
                  </a:cubicBezTo>
                  <a:cubicBezTo>
                    <a:pt x="522" y="676"/>
                    <a:pt x="690" y="527"/>
                    <a:pt x="700" y="382"/>
                  </a:cubicBezTo>
                  <a:cubicBezTo>
                    <a:pt x="712" y="210"/>
                    <a:pt x="532" y="1"/>
                    <a:pt x="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6983550" y="4250700"/>
              <a:ext cx="17575" cy="15575"/>
            </a:xfrm>
            <a:custGeom>
              <a:avLst/>
              <a:gdLst/>
              <a:ahLst/>
              <a:cxnLst/>
              <a:rect l="l" t="t" r="r" b="b"/>
              <a:pathLst>
                <a:path w="703" h="623" extrusionOk="0">
                  <a:moveTo>
                    <a:pt x="373" y="1"/>
                  </a:moveTo>
                  <a:cubicBezTo>
                    <a:pt x="363" y="1"/>
                    <a:pt x="354" y="1"/>
                    <a:pt x="344" y="2"/>
                  </a:cubicBezTo>
                  <a:cubicBezTo>
                    <a:pt x="165" y="15"/>
                    <a:pt x="0" y="164"/>
                    <a:pt x="8" y="305"/>
                  </a:cubicBezTo>
                  <a:cubicBezTo>
                    <a:pt x="20" y="464"/>
                    <a:pt x="203" y="623"/>
                    <a:pt x="372" y="623"/>
                  </a:cubicBezTo>
                  <a:cubicBezTo>
                    <a:pt x="383" y="623"/>
                    <a:pt x="394" y="622"/>
                    <a:pt x="405" y="621"/>
                  </a:cubicBezTo>
                  <a:cubicBezTo>
                    <a:pt x="559" y="601"/>
                    <a:pt x="703" y="429"/>
                    <a:pt x="697" y="272"/>
                  </a:cubicBezTo>
                  <a:cubicBezTo>
                    <a:pt x="688" y="124"/>
                    <a:pt x="540" y="1"/>
                    <a:pt x="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324800" y="909700"/>
              <a:ext cx="18325" cy="17325"/>
            </a:xfrm>
            <a:custGeom>
              <a:avLst/>
              <a:gdLst/>
              <a:ahLst/>
              <a:cxnLst/>
              <a:rect l="l" t="t" r="r" b="b"/>
              <a:pathLst>
                <a:path w="733" h="693" extrusionOk="0">
                  <a:moveTo>
                    <a:pt x="407" y="1"/>
                  </a:moveTo>
                  <a:cubicBezTo>
                    <a:pt x="329" y="36"/>
                    <a:pt x="268" y="51"/>
                    <a:pt x="218" y="92"/>
                  </a:cubicBezTo>
                  <a:cubicBezTo>
                    <a:pt x="167" y="127"/>
                    <a:pt x="119" y="170"/>
                    <a:pt x="89" y="220"/>
                  </a:cubicBezTo>
                  <a:cubicBezTo>
                    <a:pt x="0" y="357"/>
                    <a:pt x="28" y="496"/>
                    <a:pt x="157" y="599"/>
                  </a:cubicBezTo>
                  <a:cubicBezTo>
                    <a:pt x="236" y="661"/>
                    <a:pt x="317" y="692"/>
                    <a:pt x="394" y="692"/>
                  </a:cubicBezTo>
                  <a:cubicBezTo>
                    <a:pt x="452" y="692"/>
                    <a:pt x="507" y="674"/>
                    <a:pt x="556" y="637"/>
                  </a:cubicBezTo>
                  <a:cubicBezTo>
                    <a:pt x="692" y="534"/>
                    <a:pt x="733" y="364"/>
                    <a:pt x="624" y="200"/>
                  </a:cubicBezTo>
                  <a:cubicBezTo>
                    <a:pt x="574" y="117"/>
                    <a:pt x="480" y="64"/>
                    <a:pt x="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704100" y="1085975"/>
              <a:ext cx="16700" cy="16275"/>
            </a:xfrm>
            <a:custGeom>
              <a:avLst/>
              <a:gdLst/>
              <a:ahLst/>
              <a:cxnLst/>
              <a:rect l="l" t="t" r="r" b="b"/>
              <a:pathLst>
                <a:path w="668" h="651" extrusionOk="0">
                  <a:moveTo>
                    <a:pt x="355" y="0"/>
                  </a:moveTo>
                  <a:cubicBezTo>
                    <a:pt x="350" y="0"/>
                    <a:pt x="344" y="0"/>
                    <a:pt x="339" y="0"/>
                  </a:cubicBezTo>
                  <a:cubicBezTo>
                    <a:pt x="152" y="8"/>
                    <a:pt x="1" y="144"/>
                    <a:pt x="1" y="298"/>
                  </a:cubicBezTo>
                  <a:cubicBezTo>
                    <a:pt x="1" y="473"/>
                    <a:pt x="180" y="650"/>
                    <a:pt x="351" y="650"/>
                  </a:cubicBezTo>
                  <a:cubicBezTo>
                    <a:pt x="358" y="650"/>
                    <a:pt x="365" y="650"/>
                    <a:pt x="372" y="649"/>
                  </a:cubicBezTo>
                  <a:cubicBezTo>
                    <a:pt x="526" y="634"/>
                    <a:pt x="667" y="468"/>
                    <a:pt x="667" y="298"/>
                  </a:cubicBezTo>
                  <a:cubicBezTo>
                    <a:pt x="667" y="127"/>
                    <a:pt x="534" y="0"/>
                    <a:pt x="3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77700" y="1085875"/>
              <a:ext cx="16825" cy="16275"/>
            </a:xfrm>
            <a:custGeom>
              <a:avLst/>
              <a:gdLst/>
              <a:ahLst/>
              <a:cxnLst/>
              <a:rect l="l" t="t" r="r" b="b"/>
              <a:pathLst>
                <a:path w="673" h="651" extrusionOk="0">
                  <a:moveTo>
                    <a:pt x="370" y="0"/>
                  </a:moveTo>
                  <a:cubicBezTo>
                    <a:pt x="358" y="0"/>
                    <a:pt x="346" y="1"/>
                    <a:pt x="334" y="2"/>
                  </a:cubicBezTo>
                  <a:cubicBezTo>
                    <a:pt x="155" y="17"/>
                    <a:pt x="1" y="166"/>
                    <a:pt x="6" y="315"/>
                  </a:cubicBezTo>
                  <a:cubicBezTo>
                    <a:pt x="13" y="482"/>
                    <a:pt x="197" y="650"/>
                    <a:pt x="362" y="650"/>
                  </a:cubicBezTo>
                  <a:cubicBezTo>
                    <a:pt x="372" y="650"/>
                    <a:pt x="382" y="650"/>
                    <a:pt x="392" y="648"/>
                  </a:cubicBezTo>
                  <a:cubicBezTo>
                    <a:pt x="541" y="628"/>
                    <a:pt x="673" y="457"/>
                    <a:pt x="670" y="282"/>
                  </a:cubicBezTo>
                  <a:cubicBezTo>
                    <a:pt x="668" y="117"/>
                    <a:pt x="540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703350" y="910325"/>
              <a:ext cx="17950" cy="16725"/>
            </a:xfrm>
            <a:custGeom>
              <a:avLst/>
              <a:gdLst/>
              <a:ahLst/>
              <a:cxnLst/>
              <a:rect l="l" t="t" r="r" b="b"/>
              <a:pathLst>
                <a:path w="718" h="669" extrusionOk="0">
                  <a:moveTo>
                    <a:pt x="379" y="0"/>
                  </a:moveTo>
                  <a:cubicBezTo>
                    <a:pt x="374" y="0"/>
                    <a:pt x="369" y="0"/>
                    <a:pt x="364" y="1"/>
                  </a:cubicBezTo>
                  <a:cubicBezTo>
                    <a:pt x="192" y="16"/>
                    <a:pt x="0" y="243"/>
                    <a:pt x="26" y="395"/>
                  </a:cubicBezTo>
                  <a:cubicBezTo>
                    <a:pt x="50" y="531"/>
                    <a:pt x="237" y="668"/>
                    <a:pt x="388" y="668"/>
                  </a:cubicBezTo>
                  <a:cubicBezTo>
                    <a:pt x="394" y="668"/>
                    <a:pt x="401" y="668"/>
                    <a:pt x="407" y="668"/>
                  </a:cubicBezTo>
                  <a:cubicBezTo>
                    <a:pt x="581" y="655"/>
                    <a:pt x="718" y="491"/>
                    <a:pt x="695" y="319"/>
                  </a:cubicBezTo>
                  <a:cubicBezTo>
                    <a:pt x="673" y="159"/>
                    <a:pt x="515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77275" y="910125"/>
              <a:ext cx="17750" cy="16925"/>
            </a:xfrm>
            <a:custGeom>
              <a:avLst/>
              <a:gdLst/>
              <a:ahLst/>
              <a:cxnLst/>
              <a:rect l="l" t="t" r="r" b="b"/>
              <a:pathLst>
                <a:path w="710" h="677" extrusionOk="0">
                  <a:moveTo>
                    <a:pt x="377" y="0"/>
                  </a:moveTo>
                  <a:cubicBezTo>
                    <a:pt x="371" y="0"/>
                    <a:pt x="365" y="1"/>
                    <a:pt x="359" y="1"/>
                  </a:cubicBezTo>
                  <a:cubicBezTo>
                    <a:pt x="182" y="24"/>
                    <a:pt x="0" y="239"/>
                    <a:pt x="28" y="400"/>
                  </a:cubicBezTo>
                  <a:cubicBezTo>
                    <a:pt x="47" y="543"/>
                    <a:pt x="226" y="676"/>
                    <a:pt x="379" y="676"/>
                  </a:cubicBezTo>
                  <a:cubicBezTo>
                    <a:pt x="386" y="676"/>
                    <a:pt x="393" y="676"/>
                    <a:pt x="399" y="676"/>
                  </a:cubicBezTo>
                  <a:cubicBezTo>
                    <a:pt x="576" y="663"/>
                    <a:pt x="710" y="499"/>
                    <a:pt x="680" y="327"/>
                  </a:cubicBezTo>
                  <a:cubicBezTo>
                    <a:pt x="653" y="156"/>
                    <a:pt x="509" y="0"/>
                    <a:pt x="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451075" y="909525"/>
              <a:ext cx="17950" cy="17425"/>
            </a:xfrm>
            <a:custGeom>
              <a:avLst/>
              <a:gdLst/>
              <a:ahLst/>
              <a:cxnLst/>
              <a:rect l="l" t="t" r="r" b="b"/>
              <a:pathLst>
                <a:path w="718" h="697" extrusionOk="0">
                  <a:moveTo>
                    <a:pt x="445" y="0"/>
                  </a:moveTo>
                  <a:cubicBezTo>
                    <a:pt x="344" y="38"/>
                    <a:pt x="283" y="51"/>
                    <a:pt x="232" y="83"/>
                  </a:cubicBezTo>
                  <a:cubicBezTo>
                    <a:pt x="179" y="111"/>
                    <a:pt x="131" y="157"/>
                    <a:pt x="93" y="202"/>
                  </a:cubicBezTo>
                  <a:cubicBezTo>
                    <a:pt x="8" y="313"/>
                    <a:pt x="0" y="429"/>
                    <a:pt x="91" y="543"/>
                  </a:cubicBezTo>
                  <a:cubicBezTo>
                    <a:pt x="168" y="645"/>
                    <a:pt x="268" y="697"/>
                    <a:pt x="368" y="697"/>
                  </a:cubicBezTo>
                  <a:cubicBezTo>
                    <a:pt x="422" y="697"/>
                    <a:pt x="477" y="682"/>
                    <a:pt x="528" y="652"/>
                  </a:cubicBezTo>
                  <a:cubicBezTo>
                    <a:pt x="652" y="581"/>
                    <a:pt x="717" y="462"/>
                    <a:pt x="672" y="339"/>
                  </a:cubicBezTo>
                  <a:cubicBezTo>
                    <a:pt x="624" y="212"/>
                    <a:pt x="520" y="111"/>
                    <a:pt x="4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450800" y="10858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405" y="0"/>
                  </a:moveTo>
                  <a:cubicBezTo>
                    <a:pt x="235" y="0"/>
                    <a:pt x="59" y="121"/>
                    <a:pt x="31" y="266"/>
                  </a:cubicBezTo>
                  <a:cubicBezTo>
                    <a:pt x="1" y="422"/>
                    <a:pt x="183" y="632"/>
                    <a:pt x="367" y="649"/>
                  </a:cubicBezTo>
                  <a:cubicBezTo>
                    <a:pt x="374" y="650"/>
                    <a:pt x="381" y="651"/>
                    <a:pt x="388" y="651"/>
                  </a:cubicBezTo>
                  <a:cubicBezTo>
                    <a:pt x="530" y="651"/>
                    <a:pt x="671" y="507"/>
                    <a:pt x="690" y="339"/>
                  </a:cubicBezTo>
                  <a:cubicBezTo>
                    <a:pt x="713" y="154"/>
                    <a:pt x="587" y="3"/>
                    <a:pt x="410" y="0"/>
                  </a:cubicBezTo>
                  <a:cubicBezTo>
                    <a:pt x="408" y="0"/>
                    <a:pt x="407" y="0"/>
                    <a:pt x="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325550" y="1085850"/>
              <a:ext cx="16325" cy="16275"/>
            </a:xfrm>
            <a:custGeom>
              <a:avLst/>
              <a:gdLst/>
              <a:ahLst/>
              <a:cxnLst/>
              <a:rect l="l" t="t" r="r" b="b"/>
              <a:pathLst>
                <a:path w="653" h="651" extrusionOk="0">
                  <a:moveTo>
                    <a:pt x="361" y="1"/>
                  </a:moveTo>
                  <a:cubicBezTo>
                    <a:pt x="184" y="1"/>
                    <a:pt x="8" y="143"/>
                    <a:pt x="3" y="303"/>
                  </a:cubicBezTo>
                  <a:cubicBezTo>
                    <a:pt x="1" y="464"/>
                    <a:pt x="188" y="650"/>
                    <a:pt x="346" y="650"/>
                  </a:cubicBezTo>
                  <a:cubicBezTo>
                    <a:pt x="352" y="650"/>
                    <a:pt x="358" y="650"/>
                    <a:pt x="364" y="649"/>
                  </a:cubicBezTo>
                  <a:cubicBezTo>
                    <a:pt x="508" y="637"/>
                    <a:pt x="652" y="463"/>
                    <a:pt x="652" y="298"/>
                  </a:cubicBezTo>
                  <a:cubicBezTo>
                    <a:pt x="652" y="152"/>
                    <a:pt x="541" y="18"/>
                    <a:pt x="400" y="3"/>
                  </a:cubicBezTo>
                  <a:cubicBezTo>
                    <a:pt x="387" y="1"/>
                    <a:pt x="374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6983675" y="4337975"/>
              <a:ext cx="17775" cy="15800"/>
            </a:xfrm>
            <a:custGeom>
              <a:avLst/>
              <a:gdLst/>
              <a:ahLst/>
              <a:cxnLst/>
              <a:rect l="l" t="t" r="r" b="b"/>
              <a:pathLst>
                <a:path w="711" h="632" extrusionOk="0">
                  <a:moveTo>
                    <a:pt x="351" y="1"/>
                  </a:moveTo>
                  <a:cubicBezTo>
                    <a:pt x="345" y="1"/>
                    <a:pt x="339" y="1"/>
                    <a:pt x="334" y="1"/>
                  </a:cubicBezTo>
                  <a:cubicBezTo>
                    <a:pt x="165" y="14"/>
                    <a:pt x="1" y="165"/>
                    <a:pt x="6" y="312"/>
                  </a:cubicBezTo>
                  <a:cubicBezTo>
                    <a:pt x="13" y="469"/>
                    <a:pt x="203" y="632"/>
                    <a:pt x="373" y="632"/>
                  </a:cubicBezTo>
                  <a:cubicBezTo>
                    <a:pt x="383" y="632"/>
                    <a:pt x="393" y="631"/>
                    <a:pt x="402" y="630"/>
                  </a:cubicBezTo>
                  <a:cubicBezTo>
                    <a:pt x="564" y="615"/>
                    <a:pt x="710" y="436"/>
                    <a:pt x="690" y="287"/>
                  </a:cubicBezTo>
                  <a:cubicBezTo>
                    <a:pt x="663" y="133"/>
                    <a:pt x="505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7109575" y="4338000"/>
              <a:ext cx="17825" cy="15750"/>
            </a:xfrm>
            <a:custGeom>
              <a:avLst/>
              <a:gdLst/>
              <a:ahLst/>
              <a:cxnLst/>
              <a:rect l="l" t="t" r="r" b="b"/>
              <a:pathLst>
                <a:path w="713" h="630" extrusionOk="0">
                  <a:moveTo>
                    <a:pt x="367" y="0"/>
                  </a:moveTo>
                  <a:cubicBezTo>
                    <a:pt x="202" y="0"/>
                    <a:pt x="38" y="135"/>
                    <a:pt x="18" y="288"/>
                  </a:cubicBezTo>
                  <a:cubicBezTo>
                    <a:pt x="1" y="458"/>
                    <a:pt x="182" y="629"/>
                    <a:pt x="368" y="629"/>
                  </a:cubicBezTo>
                  <a:cubicBezTo>
                    <a:pt x="373" y="629"/>
                    <a:pt x="379" y="629"/>
                    <a:pt x="384" y="629"/>
                  </a:cubicBezTo>
                  <a:cubicBezTo>
                    <a:pt x="548" y="619"/>
                    <a:pt x="712" y="455"/>
                    <a:pt x="710" y="308"/>
                  </a:cubicBezTo>
                  <a:cubicBezTo>
                    <a:pt x="705" y="152"/>
                    <a:pt x="543" y="5"/>
                    <a:pt x="371" y="0"/>
                  </a:cubicBezTo>
                  <a:cubicBezTo>
                    <a:pt x="370" y="0"/>
                    <a:pt x="368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7235950" y="4338025"/>
              <a:ext cx="17900" cy="15725"/>
            </a:xfrm>
            <a:custGeom>
              <a:avLst/>
              <a:gdLst/>
              <a:ahLst/>
              <a:cxnLst/>
              <a:rect l="l" t="t" r="r" b="b"/>
              <a:pathLst>
                <a:path w="716" h="629" extrusionOk="0">
                  <a:moveTo>
                    <a:pt x="352" y="0"/>
                  </a:moveTo>
                  <a:cubicBezTo>
                    <a:pt x="342" y="0"/>
                    <a:pt x="332" y="1"/>
                    <a:pt x="322" y="2"/>
                  </a:cubicBezTo>
                  <a:cubicBezTo>
                    <a:pt x="150" y="22"/>
                    <a:pt x="1" y="189"/>
                    <a:pt x="21" y="340"/>
                  </a:cubicBezTo>
                  <a:cubicBezTo>
                    <a:pt x="38" y="494"/>
                    <a:pt x="202" y="628"/>
                    <a:pt x="366" y="628"/>
                  </a:cubicBezTo>
                  <a:cubicBezTo>
                    <a:pt x="369" y="628"/>
                    <a:pt x="372" y="628"/>
                    <a:pt x="375" y="628"/>
                  </a:cubicBezTo>
                  <a:cubicBezTo>
                    <a:pt x="531" y="625"/>
                    <a:pt x="708" y="461"/>
                    <a:pt x="711" y="317"/>
                  </a:cubicBezTo>
                  <a:cubicBezTo>
                    <a:pt x="715" y="160"/>
                    <a:pt x="528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8"/>
          <p:cNvGrpSpPr/>
          <p:nvPr/>
        </p:nvGrpSpPr>
        <p:grpSpPr>
          <a:xfrm>
            <a:off x="-11" y="84692"/>
            <a:ext cx="9332081" cy="4887827"/>
            <a:chOff x="-11" y="84692"/>
            <a:chExt cx="9332081" cy="4887827"/>
          </a:xfrm>
        </p:grpSpPr>
        <p:sp>
          <p:nvSpPr>
            <p:cNvPr id="259" name="Google Shape;259;p8"/>
            <p:cNvSpPr/>
            <p:nvPr/>
          </p:nvSpPr>
          <p:spPr>
            <a:xfrm>
              <a:off x="4288332" y="4762600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1886298" y="46227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8560826" y="53949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0" y="84692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8560818" y="429510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1445500" y="31491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7882027" y="4849872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6" name="Google Shape;266;p8"/>
            <p:cNvGrpSpPr/>
            <p:nvPr/>
          </p:nvGrpSpPr>
          <p:grpSpPr>
            <a:xfrm>
              <a:off x="-11" y="3452276"/>
              <a:ext cx="540628" cy="262781"/>
              <a:chOff x="-179336" y="-13036"/>
              <a:chExt cx="540628" cy="262781"/>
            </a:xfrm>
          </p:grpSpPr>
          <p:sp>
            <p:nvSpPr>
              <p:cNvPr id="267" name="Google Shape;267;p8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8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8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8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8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8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8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9" name="Google Shape;279;p8"/>
            <p:cNvGrpSpPr/>
            <p:nvPr/>
          </p:nvGrpSpPr>
          <p:grpSpPr>
            <a:xfrm>
              <a:off x="8789363" y="2381628"/>
              <a:ext cx="542707" cy="380246"/>
              <a:chOff x="8899188" y="4302953"/>
              <a:chExt cx="542707" cy="380246"/>
            </a:xfrm>
          </p:grpSpPr>
          <p:sp>
            <p:nvSpPr>
              <p:cNvPr id="280" name="Google Shape;280;p8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8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8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8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6" name="Google Shape;296;p8"/>
            <p:cNvSpPr/>
            <p:nvPr/>
          </p:nvSpPr>
          <p:spPr>
            <a:xfrm>
              <a:off x="6065125" y="25776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413850" y="134356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" name="Google Shape;298;p8"/>
          <p:cNvSpPr txBox="1">
            <a:spLocks noGrp="1"/>
          </p:cNvSpPr>
          <p:nvPr>
            <p:ph type="title"/>
          </p:nvPr>
        </p:nvSpPr>
        <p:spPr>
          <a:xfrm>
            <a:off x="713225" y="2150850"/>
            <a:ext cx="7717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9"/>
          <p:cNvGrpSpPr/>
          <p:nvPr/>
        </p:nvGrpSpPr>
        <p:grpSpPr>
          <a:xfrm>
            <a:off x="-297893" y="-13036"/>
            <a:ext cx="9739787" cy="5169574"/>
            <a:chOff x="237850" y="909525"/>
            <a:chExt cx="7143225" cy="3791400"/>
          </a:xfrm>
        </p:grpSpPr>
        <p:sp>
          <p:nvSpPr>
            <p:cNvPr id="301" name="Google Shape;301;p9"/>
            <p:cNvSpPr/>
            <p:nvPr/>
          </p:nvSpPr>
          <p:spPr>
            <a:xfrm>
              <a:off x="237850" y="1994700"/>
              <a:ext cx="416100" cy="73175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7362350" y="4162450"/>
              <a:ext cx="18650" cy="17325"/>
            </a:xfrm>
            <a:custGeom>
              <a:avLst/>
              <a:gdLst/>
              <a:ahLst/>
              <a:cxnLst/>
              <a:rect l="l" t="t" r="r" b="b"/>
              <a:pathLst>
                <a:path w="746" h="693" extrusionOk="0">
                  <a:moveTo>
                    <a:pt x="340" y="1"/>
                  </a:moveTo>
                  <a:cubicBezTo>
                    <a:pt x="230" y="1"/>
                    <a:pt x="142" y="57"/>
                    <a:pt x="74" y="163"/>
                  </a:cubicBezTo>
                  <a:cubicBezTo>
                    <a:pt x="1" y="280"/>
                    <a:pt x="1" y="403"/>
                    <a:pt x="79" y="514"/>
                  </a:cubicBezTo>
                  <a:cubicBezTo>
                    <a:pt x="149" y="613"/>
                    <a:pt x="228" y="692"/>
                    <a:pt x="346" y="692"/>
                  </a:cubicBezTo>
                  <a:cubicBezTo>
                    <a:pt x="377" y="692"/>
                    <a:pt x="409" y="687"/>
                    <a:pt x="445" y="676"/>
                  </a:cubicBezTo>
                  <a:cubicBezTo>
                    <a:pt x="544" y="643"/>
                    <a:pt x="642" y="633"/>
                    <a:pt x="746" y="615"/>
                  </a:cubicBezTo>
                  <a:cubicBezTo>
                    <a:pt x="746" y="449"/>
                    <a:pt x="746" y="280"/>
                    <a:pt x="741" y="110"/>
                  </a:cubicBezTo>
                  <a:cubicBezTo>
                    <a:pt x="642" y="77"/>
                    <a:pt x="546" y="47"/>
                    <a:pt x="448" y="17"/>
                  </a:cubicBezTo>
                  <a:cubicBezTo>
                    <a:pt x="410" y="6"/>
                    <a:pt x="374" y="1"/>
                    <a:pt x="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7362200" y="4074925"/>
              <a:ext cx="18875" cy="16825"/>
            </a:xfrm>
            <a:custGeom>
              <a:avLst/>
              <a:gdLst/>
              <a:ahLst/>
              <a:cxnLst/>
              <a:rect l="l" t="t" r="r" b="b"/>
              <a:pathLst>
                <a:path w="755" h="673" extrusionOk="0">
                  <a:moveTo>
                    <a:pt x="366" y="1"/>
                  </a:moveTo>
                  <a:cubicBezTo>
                    <a:pt x="181" y="1"/>
                    <a:pt x="0" y="215"/>
                    <a:pt x="24" y="407"/>
                  </a:cubicBezTo>
                  <a:cubicBezTo>
                    <a:pt x="43" y="548"/>
                    <a:pt x="193" y="672"/>
                    <a:pt x="349" y="672"/>
                  </a:cubicBezTo>
                  <a:cubicBezTo>
                    <a:pt x="363" y="672"/>
                    <a:pt x="377" y="671"/>
                    <a:pt x="391" y="669"/>
                  </a:cubicBezTo>
                  <a:cubicBezTo>
                    <a:pt x="512" y="649"/>
                    <a:pt x="630" y="611"/>
                    <a:pt x="752" y="583"/>
                  </a:cubicBezTo>
                  <a:cubicBezTo>
                    <a:pt x="752" y="417"/>
                    <a:pt x="752" y="245"/>
                    <a:pt x="754" y="78"/>
                  </a:cubicBezTo>
                  <a:cubicBezTo>
                    <a:pt x="633" y="53"/>
                    <a:pt x="517" y="15"/>
                    <a:pt x="396" y="3"/>
                  </a:cubicBezTo>
                  <a:cubicBezTo>
                    <a:pt x="386" y="1"/>
                    <a:pt x="376" y="1"/>
                    <a:pt x="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7362800" y="4250675"/>
              <a:ext cx="18275" cy="15650"/>
            </a:xfrm>
            <a:custGeom>
              <a:avLst/>
              <a:gdLst/>
              <a:ahLst/>
              <a:cxnLst/>
              <a:rect l="l" t="t" r="r" b="b"/>
              <a:pathLst>
                <a:path w="731" h="626" extrusionOk="0">
                  <a:moveTo>
                    <a:pt x="306" y="1"/>
                  </a:moveTo>
                  <a:cubicBezTo>
                    <a:pt x="182" y="1"/>
                    <a:pt x="79" y="67"/>
                    <a:pt x="28" y="193"/>
                  </a:cubicBezTo>
                  <a:cubicBezTo>
                    <a:pt x="0" y="256"/>
                    <a:pt x="8" y="352"/>
                    <a:pt x="38" y="420"/>
                  </a:cubicBezTo>
                  <a:cubicBezTo>
                    <a:pt x="93" y="540"/>
                    <a:pt x="185" y="626"/>
                    <a:pt x="315" y="626"/>
                  </a:cubicBezTo>
                  <a:cubicBezTo>
                    <a:pt x="335" y="626"/>
                    <a:pt x="357" y="624"/>
                    <a:pt x="379" y="619"/>
                  </a:cubicBezTo>
                  <a:cubicBezTo>
                    <a:pt x="498" y="589"/>
                    <a:pt x="609" y="536"/>
                    <a:pt x="728" y="496"/>
                  </a:cubicBezTo>
                  <a:cubicBezTo>
                    <a:pt x="728" y="369"/>
                    <a:pt x="728" y="243"/>
                    <a:pt x="730" y="119"/>
                  </a:cubicBezTo>
                  <a:cubicBezTo>
                    <a:pt x="614" y="81"/>
                    <a:pt x="500" y="31"/>
                    <a:pt x="379" y="8"/>
                  </a:cubicBezTo>
                  <a:cubicBezTo>
                    <a:pt x="354" y="3"/>
                    <a:pt x="330" y="1"/>
                    <a:pt x="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7362975" y="4338125"/>
              <a:ext cx="18025" cy="15650"/>
            </a:xfrm>
            <a:custGeom>
              <a:avLst/>
              <a:gdLst/>
              <a:ahLst/>
              <a:cxnLst/>
              <a:rect l="l" t="t" r="r" b="b"/>
              <a:pathLst>
                <a:path w="721" h="626" extrusionOk="0">
                  <a:moveTo>
                    <a:pt x="300" y="0"/>
                  </a:moveTo>
                  <a:cubicBezTo>
                    <a:pt x="180" y="0"/>
                    <a:pt x="79" y="67"/>
                    <a:pt x="31" y="187"/>
                  </a:cubicBezTo>
                  <a:cubicBezTo>
                    <a:pt x="1" y="270"/>
                    <a:pt x="9" y="394"/>
                    <a:pt x="51" y="472"/>
                  </a:cubicBezTo>
                  <a:cubicBezTo>
                    <a:pt x="98" y="566"/>
                    <a:pt x="188" y="625"/>
                    <a:pt x="298" y="625"/>
                  </a:cubicBezTo>
                  <a:cubicBezTo>
                    <a:pt x="319" y="625"/>
                    <a:pt x="340" y="623"/>
                    <a:pt x="362" y="619"/>
                  </a:cubicBezTo>
                  <a:cubicBezTo>
                    <a:pt x="483" y="596"/>
                    <a:pt x="599" y="561"/>
                    <a:pt x="721" y="533"/>
                  </a:cubicBezTo>
                  <a:lnTo>
                    <a:pt x="721" y="154"/>
                  </a:lnTo>
                  <a:cubicBezTo>
                    <a:pt x="610" y="106"/>
                    <a:pt x="498" y="41"/>
                    <a:pt x="382" y="10"/>
                  </a:cubicBezTo>
                  <a:cubicBezTo>
                    <a:pt x="354" y="3"/>
                    <a:pt x="326" y="0"/>
                    <a:pt x="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386725" y="3552550"/>
              <a:ext cx="166775" cy="166600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7098150" y="2774050"/>
              <a:ext cx="167625" cy="166125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5117625" y="981175"/>
              <a:ext cx="540950" cy="73000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377925" y="1117100"/>
              <a:ext cx="541350" cy="72950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6043175" y="4628000"/>
              <a:ext cx="539825" cy="72925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6909425" y="1333325"/>
              <a:ext cx="92975" cy="90875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710325" y="4531900"/>
              <a:ext cx="92900" cy="89950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325550" y="997675"/>
              <a:ext cx="16450" cy="17500"/>
            </a:xfrm>
            <a:custGeom>
              <a:avLst/>
              <a:gdLst/>
              <a:ahLst/>
              <a:cxnLst/>
              <a:rect l="l" t="t" r="r" b="b"/>
              <a:pathLst>
                <a:path w="658" h="700" extrusionOk="0">
                  <a:moveTo>
                    <a:pt x="353" y="0"/>
                  </a:moveTo>
                  <a:cubicBezTo>
                    <a:pt x="344" y="0"/>
                    <a:pt x="334" y="1"/>
                    <a:pt x="324" y="2"/>
                  </a:cubicBezTo>
                  <a:cubicBezTo>
                    <a:pt x="162" y="20"/>
                    <a:pt x="11" y="174"/>
                    <a:pt x="8" y="330"/>
                  </a:cubicBezTo>
                  <a:cubicBezTo>
                    <a:pt x="1" y="507"/>
                    <a:pt x="185" y="699"/>
                    <a:pt x="354" y="699"/>
                  </a:cubicBezTo>
                  <a:cubicBezTo>
                    <a:pt x="503" y="699"/>
                    <a:pt x="647" y="535"/>
                    <a:pt x="655" y="361"/>
                  </a:cubicBezTo>
                  <a:cubicBezTo>
                    <a:pt x="657" y="160"/>
                    <a:pt x="520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451750" y="997700"/>
              <a:ext cx="16500" cy="17475"/>
            </a:xfrm>
            <a:custGeom>
              <a:avLst/>
              <a:gdLst/>
              <a:ahLst/>
              <a:cxnLst/>
              <a:rect l="l" t="t" r="r" b="b"/>
              <a:pathLst>
                <a:path w="660" h="699" extrusionOk="0">
                  <a:moveTo>
                    <a:pt x="349" y="0"/>
                  </a:moveTo>
                  <a:cubicBezTo>
                    <a:pt x="178" y="0"/>
                    <a:pt x="1" y="174"/>
                    <a:pt x="3" y="344"/>
                  </a:cubicBezTo>
                  <a:cubicBezTo>
                    <a:pt x="6" y="509"/>
                    <a:pt x="198" y="698"/>
                    <a:pt x="360" y="698"/>
                  </a:cubicBezTo>
                  <a:cubicBezTo>
                    <a:pt x="364" y="698"/>
                    <a:pt x="368" y="698"/>
                    <a:pt x="372" y="698"/>
                  </a:cubicBezTo>
                  <a:cubicBezTo>
                    <a:pt x="516" y="690"/>
                    <a:pt x="660" y="509"/>
                    <a:pt x="657" y="344"/>
                  </a:cubicBezTo>
                  <a:cubicBezTo>
                    <a:pt x="652" y="165"/>
                    <a:pt x="524" y="9"/>
                    <a:pt x="367" y="1"/>
                  </a:cubicBezTo>
                  <a:cubicBezTo>
                    <a:pt x="361" y="1"/>
                    <a:pt x="355" y="0"/>
                    <a:pt x="3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577650" y="997650"/>
              <a:ext cx="17075" cy="17450"/>
            </a:xfrm>
            <a:custGeom>
              <a:avLst/>
              <a:gdLst/>
              <a:ahLst/>
              <a:cxnLst/>
              <a:rect l="l" t="t" r="r" b="b"/>
              <a:pathLst>
                <a:path w="683" h="698" extrusionOk="0">
                  <a:moveTo>
                    <a:pt x="373" y="1"/>
                  </a:moveTo>
                  <a:cubicBezTo>
                    <a:pt x="203" y="1"/>
                    <a:pt x="20" y="156"/>
                    <a:pt x="13" y="321"/>
                  </a:cubicBezTo>
                  <a:cubicBezTo>
                    <a:pt x="0" y="485"/>
                    <a:pt x="190" y="685"/>
                    <a:pt x="362" y="698"/>
                  </a:cubicBezTo>
                  <a:cubicBezTo>
                    <a:pt x="365" y="698"/>
                    <a:pt x="368" y="698"/>
                    <a:pt x="372" y="698"/>
                  </a:cubicBezTo>
                  <a:cubicBezTo>
                    <a:pt x="517" y="698"/>
                    <a:pt x="662" y="542"/>
                    <a:pt x="672" y="369"/>
                  </a:cubicBezTo>
                  <a:cubicBezTo>
                    <a:pt x="682" y="185"/>
                    <a:pt x="569" y="28"/>
                    <a:pt x="407" y="3"/>
                  </a:cubicBezTo>
                  <a:cubicBezTo>
                    <a:pt x="396" y="2"/>
                    <a:pt x="384" y="1"/>
                    <a:pt x="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703800" y="997650"/>
              <a:ext cx="17125" cy="17525"/>
            </a:xfrm>
            <a:custGeom>
              <a:avLst/>
              <a:gdLst/>
              <a:ahLst/>
              <a:cxnLst/>
              <a:rect l="l" t="t" r="r" b="b"/>
              <a:pathLst>
                <a:path w="685" h="701" extrusionOk="0">
                  <a:moveTo>
                    <a:pt x="374" y="0"/>
                  </a:moveTo>
                  <a:cubicBezTo>
                    <a:pt x="369" y="0"/>
                    <a:pt x="365" y="0"/>
                    <a:pt x="361" y="1"/>
                  </a:cubicBezTo>
                  <a:cubicBezTo>
                    <a:pt x="164" y="11"/>
                    <a:pt x="0" y="195"/>
                    <a:pt x="20" y="374"/>
                  </a:cubicBezTo>
                  <a:cubicBezTo>
                    <a:pt x="35" y="538"/>
                    <a:pt x="189" y="687"/>
                    <a:pt x="351" y="700"/>
                  </a:cubicBezTo>
                  <a:cubicBezTo>
                    <a:pt x="357" y="700"/>
                    <a:pt x="363" y="701"/>
                    <a:pt x="368" y="701"/>
                  </a:cubicBezTo>
                  <a:cubicBezTo>
                    <a:pt x="538" y="701"/>
                    <a:pt x="684" y="521"/>
                    <a:pt x="677" y="319"/>
                  </a:cubicBezTo>
                  <a:cubicBezTo>
                    <a:pt x="669" y="141"/>
                    <a:pt x="533" y="0"/>
                    <a:pt x="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7235950" y="4162475"/>
              <a:ext cx="17975" cy="17425"/>
            </a:xfrm>
            <a:custGeom>
              <a:avLst/>
              <a:gdLst/>
              <a:ahLst/>
              <a:cxnLst/>
              <a:rect l="l" t="t" r="r" b="b"/>
              <a:pathLst>
                <a:path w="719" h="697" extrusionOk="0">
                  <a:moveTo>
                    <a:pt x="354" y="1"/>
                  </a:moveTo>
                  <a:cubicBezTo>
                    <a:pt x="195" y="6"/>
                    <a:pt x="29" y="150"/>
                    <a:pt x="16" y="301"/>
                  </a:cubicBezTo>
                  <a:cubicBezTo>
                    <a:pt x="1" y="468"/>
                    <a:pt x="178" y="680"/>
                    <a:pt x="339" y="695"/>
                  </a:cubicBezTo>
                  <a:cubicBezTo>
                    <a:pt x="346" y="696"/>
                    <a:pt x="352" y="696"/>
                    <a:pt x="359" y="696"/>
                  </a:cubicBezTo>
                  <a:cubicBezTo>
                    <a:pt x="519" y="696"/>
                    <a:pt x="701" y="522"/>
                    <a:pt x="708" y="352"/>
                  </a:cubicBezTo>
                  <a:cubicBezTo>
                    <a:pt x="718" y="172"/>
                    <a:pt x="541" y="1"/>
                    <a:pt x="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7110000" y="4162450"/>
              <a:ext cx="18025" cy="17300"/>
            </a:xfrm>
            <a:custGeom>
              <a:avLst/>
              <a:gdLst/>
              <a:ahLst/>
              <a:cxnLst/>
              <a:rect l="l" t="t" r="r" b="b"/>
              <a:pathLst>
                <a:path w="721" h="692" extrusionOk="0">
                  <a:moveTo>
                    <a:pt x="354" y="1"/>
                  </a:moveTo>
                  <a:cubicBezTo>
                    <a:pt x="347" y="1"/>
                    <a:pt x="339" y="1"/>
                    <a:pt x="332" y="2"/>
                  </a:cubicBezTo>
                  <a:cubicBezTo>
                    <a:pt x="162" y="22"/>
                    <a:pt x="1" y="179"/>
                    <a:pt x="3" y="327"/>
                  </a:cubicBezTo>
                  <a:cubicBezTo>
                    <a:pt x="8" y="507"/>
                    <a:pt x="191" y="692"/>
                    <a:pt x="359" y="692"/>
                  </a:cubicBezTo>
                  <a:cubicBezTo>
                    <a:pt x="363" y="692"/>
                    <a:pt x="368" y="691"/>
                    <a:pt x="372" y="691"/>
                  </a:cubicBezTo>
                  <a:cubicBezTo>
                    <a:pt x="549" y="681"/>
                    <a:pt x="721" y="466"/>
                    <a:pt x="693" y="290"/>
                  </a:cubicBezTo>
                  <a:cubicBezTo>
                    <a:pt x="671" y="141"/>
                    <a:pt x="505" y="1"/>
                    <a:pt x="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6983050" y="4162575"/>
              <a:ext cx="18275" cy="17425"/>
            </a:xfrm>
            <a:custGeom>
              <a:avLst/>
              <a:gdLst/>
              <a:ahLst/>
              <a:cxnLst/>
              <a:rect l="l" t="t" r="r" b="b"/>
              <a:pathLst>
                <a:path w="731" h="697" extrusionOk="0">
                  <a:moveTo>
                    <a:pt x="389" y="0"/>
                  </a:moveTo>
                  <a:cubicBezTo>
                    <a:pt x="239" y="0"/>
                    <a:pt x="71" y="127"/>
                    <a:pt x="38" y="269"/>
                  </a:cubicBezTo>
                  <a:cubicBezTo>
                    <a:pt x="0" y="426"/>
                    <a:pt x="157" y="648"/>
                    <a:pt x="339" y="691"/>
                  </a:cubicBezTo>
                  <a:cubicBezTo>
                    <a:pt x="352" y="694"/>
                    <a:pt x="365" y="696"/>
                    <a:pt x="379" y="696"/>
                  </a:cubicBezTo>
                  <a:cubicBezTo>
                    <a:pt x="525" y="696"/>
                    <a:pt x="704" y="521"/>
                    <a:pt x="717" y="348"/>
                  </a:cubicBezTo>
                  <a:cubicBezTo>
                    <a:pt x="730" y="194"/>
                    <a:pt x="576" y="12"/>
                    <a:pt x="417" y="2"/>
                  </a:cubicBezTo>
                  <a:cubicBezTo>
                    <a:pt x="408" y="1"/>
                    <a:pt x="398" y="0"/>
                    <a:pt x="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7235975" y="4250675"/>
              <a:ext cx="18200" cy="15700"/>
            </a:xfrm>
            <a:custGeom>
              <a:avLst/>
              <a:gdLst/>
              <a:ahLst/>
              <a:cxnLst/>
              <a:rect l="l" t="t" r="r" b="b"/>
              <a:pathLst>
                <a:path w="728" h="628" extrusionOk="0">
                  <a:moveTo>
                    <a:pt x="360" y="0"/>
                  </a:moveTo>
                  <a:cubicBezTo>
                    <a:pt x="172" y="0"/>
                    <a:pt x="1" y="147"/>
                    <a:pt x="13" y="309"/>
                  </a:cubicBezTo>
                  <a:cubicBezTo>
                    <a:pt x="25" y="465"/>
                    <a:pt x="187" y="619"/>
                    <a:pt x="348" y="627"/>
                  </a:cubicBezTo>
                  <a:cubicBezTo>
                    <a:pt x="353" y="627"/>
                    <a:pt x="358" y="627"/>
                    <a:pt x="363" y="627"/>
                  </a:cubicBezTo>
                  <a:cubicBezTo>
                    <a:pt x="527" y="627"/>
                    <a:pt x="680" y="501"/>
                    <a:pt x="704" y="339"/>
                  </a:cubicBezTo>
                  <a:cubicBezTo>
                    <a:pt x="727" y="185"/>
                    <a:pt x="581" y="23"/>
                    <a:pt x="404" y="3"/>
                  </a:cubicBezTo>
                  <a:cubicBezTo>
                    <a:pt x="389" y="1"/>
                    <a:pt x="375" y="0"/>
                    <a:pt x="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7109700" y="4250600"/>
              <a:ext cx="17925" cy="15700"/>
            </a:xfrm>
            <a:custGeom>
              <a:avLst/>
              <a:gdLst/>
              <a:ahLst/>
              <a:cxnLst/>
              <a:rect l="l" t="t" r="r" b="b"/>
              <a:pathLst>
                <a:path w="717" h="628" extrusionOk="0">
                  <a:moveTo>
                    <a:pt x="377" y="0"/>
                  </a:moveTo>
                  <a:cubicBezTo>
                    <a:pt x="182" y="0"/>
                    <a:pt x="1" y="150"/>
                    <a:pt x="10" y="312"/>
                  </a:cubicBezTo>
                  <a:cubicBezTo>
                    <a:pt x="20" y="466"/>
                    <a:pt x="182" y="622"/>
                    <a:pt x="346" y="627"/>
                  </a:cubicBezTo>
                  <a:cubicBezTo>
                    <a:pt x="351" y="628"/>
                    <a:pt x="357" y="628"/>
                    <a:pt x="362" y="628"/>
                  </a:cubicBezTo>
                  <a:cubicBezTo>
                    <a:pt x="548" y="628"/>
                    <a:pt x="717" y="456"/>
                    <a:pt x="702" y="274"/>
                  </a:cubicBezTo>
                  <a:cubicBezTo>
                    <a:pt x="692" y="140"/>
                    <a:pt x="551" y="14"/>
                    <a:pt x="404" y="1"/>
                  </a:cubicBezTo>
                  <a:cubicBezTo>
                    <a:pt x="395" y="0"/>
                    <a:pt x="386" y="0"/>
                    <a:pt x="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7236275" y="4074900"/>
              <a:ext cx="17450" cy="16900"/>
            </a:xfrm>
            <a:custGeom>
              <a:avLst/>
              <a:gdLst/>
              <a:ahLst/>
              <a:cxnLst/>
              <a:rect l="l" t="t" r="r" b="b"/>
              <a:pathLst>
                <a:path w="698" h="676" extrusionOk="0">
                  <a:moveTo>
                    <a:pt x="360" y="1"/>
                  </a:moveTo>
                  <a:cubicBezTo>
                    <a:pt x="356" y="1"/>
                    <a:pt x="353" y="1"/>
                    <a:pt x="349" y="1"/>
                  </a:cubicBezTo>
                  <a:cubicBezTo>
                    <a:pt x="185" y="11"/>
                    <a:pt x="1" y="216"/>
                    <a:pt x="8" y="385"/>
                  </a:cubicBezTo>
                  <a:cubicBezTo>
                    <a:pt x="11" y="525"/>
                    <a:pt x="186" y="676"/>
                    <a:pt x="343" y="676"/>
                  </a:cubicBezTo>
                  <a:cubicBezTo>
                    <a:pt x="347" y="676"/>
                    <a:pt x="350" y="676"/>
                    <a:pt x="354" y="675"/>
                  </a:cubicBezTo>
                  <a:cubicBezTo>
                    <a:pt x="518" y="670"/>
                    <a:pt x="692" y="516"/>
                    <a:pt x="695" y="372"/>
                  </a:cubicBezTo>
                  <a:cubicBezTo>
                    <a:pt x="697" y="205"/>
                    <a:pt x="514" y="1"/>
                    <a:pt x="3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7110000" y="4074900"/>
              <a:ext cx="17825" cy="17025"/>
            </a:xfrm>
            <a:custGeom>
              <a:avLst/>
              <a:gdLst/>
              <a:ahLst/>
              <a:cxnLst/>
              <a:rect l="l" t="t" r="r" b="b"/>
              <a:pathLst>
                <a:path w="713" h="681" extrusionOk="0">
                  <a:moveTo>
                    <a:pt x="370" y="1"/>
                  </a:moveTo>
                  <a:cubicBezTo>
                    <a:pt x="367" y="1"/>
                    <a:pt x="365" y="1"/>
                    <a:pt x="362" y="1"/>
                  </a:cubicBezTo>
                  <a:cubicBezTo>
                    <a:pt x="198" y="1"/>
                    <a:pt x="1" y="203"/>
                    <a:pt x="3" y="372"/>
                  </a:cubicBezTo>
                  <a:cubicBezTo>
                    <a:pt x="8" y="519"/>
                    <a:pt x="175" y="670"/>
                    <a:pt x="344" y="680"/>
                  </a:cubicBezTo>
                  <a:cubicBezTo>
                    <a:pt x="347" y="680"/>
                    <a:pt x="349" y="681"/>
                    <a:pt x="352" y="681"/>
                  </a:cubicBezTo>
                  <a:cubicBezTo>
                    <a:pt x="509" y="681"/>
                    <a:pt x="688" y="531"/>
                    <a:pt x="698" y="385"/>
                  </a:cubicBezTo>
                  <a:cubicBezTo>
                    <a:pt x="713" y="216"/>
                    <a:pt x="530" y="1"/>
                    <a:pt x="3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6983550" y="4074900"/>
              <a:ext cx="17825" cy="16900"/>
            </a:xfrm>
            <a:custGeom>
              <a:avLst/>
              <a:gdLst/>
              <a:ahLst/>
              <a:cxnLst/>
              <a:rect l="l" t="t" r="r" b="b"/>
              <a:pathLst>
                <a:path w="713" h="676" extrusionOk="0">
                  <a:moveTo>
                    <a:pt x="373" y="1"/>
                  </a:moveTo>
                  <a:cubicBezTo>
                    <a:pt x="369" y="1"/>
                    <a:pt x="365" y="1"/>
                    <a:pt x="362" y="1"/>
                  </a:cubicBezTo>
                  <a:cubicBezTo>
                    <a:pt x="192" y="6"/>
                    <a:pt x="0" y="211"/>
                    <a:pt x="8" y="372"/>
                  </a:cubicBezTo>
                  <a:cubicBezTo>
                    <a:pt x="18" y="519"/>
                    <a:pt x="190" y="670"/>
                    <a:pt x="354" y="675"/>
                  </a:cubicBezTo>
                  <a:cubicBezTo>
                    <a:pt x="359" y="676"/>
                    <a:pt x="364" y="676"/>
                    <a:pt x="369" y="676"/>
                  </a:cubicBezTo>
                  <a:cubicBezTo>
                    <a:pt x="522" y="676"/>
                    <a:pt x="690" y="527"/>
                    <a:pt x="700" y="382"/>
                  </a:cubicBezTo>
                  <a:cubicBezTo>
                    <a:pt x="712" y="210"/>
                    <a:pt x="532" y="1"/>
                    <a:pt x="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6983550" y="4250700"/>
              <a:ext cx="17575" cy="15575"/>
            </a:xfrm>
            <a:custGeom>
              <a:avLst/>
              <a:gdLst/>
              <a:ahLst/>
              <a:cxnLst/>
              <a:rect l="l" t="t" r="r" b="b"/>
              <a:pathLst>
                <a:path w="703" h="623" extrusionOk="0">
                  <a:moveTo>
                    <a:pt x="373" y="1"/>
                  </a:moveTo>
                  <a:cubicBezTo>
                    <a:pt x="363" y="1"/>
                    <a:pt x="354" y="1"/>
                    <a:pt x="344" y="2"/>
                  </a:cubicBezTo>
                  <a:cubicBezTo>
                    <a:pt x="165" y="15"/>
                    <a:pt x="0" y="164"/>
                    <a:pt x="8" y="305"/>
                  </a:cubicBezTo>
                  <a:cubicBezTo>
                    <a:pt x="20" y="464"/>
                    <a:pt x="203" y="623"/>
                    <a:pt x="372" y="623"/>
                  </a:cubicBezTo>
                  <a:cubicBezTo>
                    <a:pt x="383" y="623"/>
                    <a:pt x="394" y="622"/>
                    <a:pt x="405" y="621"/>
                  </a:cubicBezTo>
                  <a:cubicBezTo>
                    <a:pt x="559" y="601"/>
                    <a:pt x="703" y="429"/>
                    <a:pt x="697" y="272"/>
                  </a:cubicBezTo>
                  <a:cubicBezTo>
                    <a:pt x="688" y="124"/>
                    <a:pt x="540" y="1"/>
                    <a:pt x="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324800" y="909700"/>
              <a:ext cx="18325" cy="17325"/>
            </a:xfrm>
            <a:custGeom>
              <a:avLst/>
              <a:gdLst/>
              <a:ahLst/>
              <a:cxnLst/>
              <a:rect l="l" t="t" r="r" b="b"/>
              <a:pathLst>
                <a:path w="733" h="693" extrusionOk="0">
                  <a:moveTo>
                    <a:pt x="407" y="1"/>
                  </a:moveTo>
                  <a:cubicBezTo>
                    <a:pt x="329" y="36"/>
                    <a:pt x="268" y="51"/>
                    <a:pt x="218" y="92"/>
                  </a:cubicBezTo>
                  <a:cubicBezTo>
                    <a:pt x="167" y="127"/>
                    <a:pt x="119" y="170"/>
                    <a:pt x="89" y="220"/>
                  </a:cubicBezTo>
                  <a:cubicBezTo>
                    <a:pt x="0" y="357"/>
                    <a:pt x="28" y="496"/>
                    <a:pt x="157" y="599"/>
                  </a:cubicBezTo>
                  <a:cubicBezTo>
                    <a:pt x="236" y="661"/>
                    <a:pt x="317" y="692"/>
                    <a:pt x="394" y="692"/>
                  </a:cubicBezTo>
                  <a:cubicBezTo>
                    <a:pt x="452" y="692"/>
                    <a:pt x="507" y="674"/>
                    <a:pt x="556" y="637"/>
                  </a:cubicBezTo>
                  <a:cubicBezTo>
                    <a:pt x="692" y="534"/>
                    <a:pt x="733" y="364"/>
                    <a:pt x="624" y="200"/>
                  </a:cubicBezTo>
                  <a:cubicBezTo>
                    <a:pt x="574" y="117"/>
                    <a:pt x="480" y="64"/>
                    <a:pt x="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704100" y="1085975"/>
              <a:ext cx="16700" cy="16275"/>
            </a:xfrm>
            <a:custGeom>
              <a:avLst/>
              <a:gdLst/>
              <a:ahLst/>
              <a:cxnLst/>
              <a:rect l="l" t="t" r="r" b="b"/>
              <a:pathLst>
                <a:path w="668" h="651" extrusionOk="0">
                  <a:moveTo>
                    <a:pt x="355" y="0"/>
                  </a:moveTo>
                  <a:cubicBezTo>
                    <a:pt x="350" y="0"/>
                    <a:pt x="344" y="0"/>
                    <a:pt x="339" y="0"/>
                  </a:cubicBezTo>
                  <a:cubicBezTo>
                    <a:pt x="152" y="8"/>
                    <a:pt x="1" y="144"/>
                    <a:pt x="1" y="298"/>
                  </a:cubicBezTo>
                  <a:cubicBezTo>
                    <a:pt x="1" y="473"/>
                    <a:pt x="180" y="650"/>
                    <a:pt x="351" y="650"/>
                  </a:cubicBezTo>
                  <a:cubicBezTo>
                    <a:pt x="358" y="650"/>
                    <a:pt x="365" y="650"/>
                    <a:pt x="372" y="649"/>
                  </a:cubicBezTo>
                  <a:cubicBezTo>
                    <a:pt x="526" y="634"/>
                    <a:pt x="667" y="468"/>
                    <a:pt x="667" y="298"/>
                  </a:cubicBezTo>
                  <a:cubicBezTo>
                    <a:pt x="667" y="127"/>
                    <a:pt x="534" y="0"/>
                    <a:pt x="3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577700" y="1085875"/>
              <a:ext cx="16825" cy="16275"/>
            </a:xfrm>
            <a:custGeom>
              <a:avLst/>
              <a:gdLst/>
              <a:ahLst/>
              <a:cxnLst/>
              <a:rect l="l" t="t" r="r" b="b"/>
              <a:pathLst>
                <a:path w="673" h="651" extrusionOk="0">
                  <a:moveTo>
                    <a:pt x="370" y="0"/>
                  </a:moveTo>
                  <a:cubicBezTo>
                    <a:pt x="358" y="0"/>
                    <a:pt x="346" y="1"/>
                    <a:pt x="334" y="2"/>
                  </a:cubicBezTo>
                  <a:cubicBezTo>
                    <a:pt x="155" y="17"/>
                    <a:pt x="1" y="166"/>
                    <a:pt x="6" y="315"/>
                  </a:cubicBezTo>
                  <a:cubicBezTo>
                    <a:pt x="13" y="482"/>
                    <a:pt x="197" y="650"/>
                    <a:pt x="362" y="650"/>
                  </a:cubicBezTo>
                  <a:cubicBezTo>
                    <a:pt x="372" y="650"/>
                    <a:pt x="382" y="650"/>
                    <a:pt x="392" y="648"/>
                  </a:cubicBezTo>
                  <a:cubicBezTo>
                    <a:pt x="541" y="628"/>
                    <a:pt x="673" y="457"/>
                    <a:pt x="670" y="282"/>
                  </a:cubicBezTo>
                  <a:cubicBezTo>
                    <a:pt x="668" y="117"/>
                    <a:pt x="540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703350" y="910325"/>
              <a:ext cx="17950" cy="16725"/>
            </a:xfrm>
            <a:custGeom>
              <a:avLst/>
              <a:gdLst/>
              <a:ahLst/>
              <a:cxnLst/>
              <a:rect l="l" t="t" r="r" b="b"/>
              <a:pathLst>
                <a:path w="718" h="669" extrusionOk="0">
                  <a:moveTo>
                    <a:pt x="379" y="0"/>
                  </a:moveTo>
                  <a:cubicBezTo>
                    <a:pt x="374" y="0"/>
                    <a:pt x="369" y="0"/>
                    <a:pt x="364" y="1"/>
                  </a:cubicBezTo>
                  <a:cubicBezTo>
                    <a:pt x="192" y="16"/>
                    <a:pt x="0" y="243"/>
                    <a:pt x="26" y="395"/>
                  </a:cubicBezTo>
                  <a:cubicBezTo>
                    <a:pt x="50" y="531"/>
                    <a:pt x="237" y="668"/>
                    <a:pt x="388" y="668"/>
                  </a:cubicBezTo>
                  <a:cubicBezTo>
                    <a:pt x="394" y="668"/>
                    <a:pt x="401" y="668"/>
                    <a:pt x="407" y="668"/>
                  </a:cubicBezTo>
                  <a:cubicBezTo>
                    <a:pt x="581" y="655"/>
                    <a:pt x="718" y="491"/>
                    <a:pt x="695" y="319"/>
                  </a:cubicBezTo>
                  <a:cubicBezTo>
                    <a:pt x="673" y="159"/>
                    <a:pt x="515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577275" y="910125"/>
              <a:ext cx="17750" cy="16925"/>
            </a:xfrm>
            <a:custGeom>
              <a:avLst/>
              <a:gdLst/>
              <a:ahLst/>
              <a:cxnLst/>
              <a:rect l="l" t="t" r="r" b="b"/>
              <a:pathLst>
                <a:path w="710" h="677" extrusionOk="0">
                  <a:moveTo>
                    <a:pt x="377" y="0"/>
                  </a:moveTo>
                  <a:cubicBezTo>
                    <a:pt x="371" y="0"/>
                    <a:pt x="365" y="1"/>
                    <a:pt x="359" y="1"/>
                  </a:cubicBezTo>
                  <a:cubicBezTo>
                    <a:pt x="182" y="24"/>
                    <a:pt x="0" y="239"/>
                    <a:pt x="28" y="400"/>
                  </a:cubicBezTo>
                  <a:cubicBezTo>
                    <a:pt x="47" y="543"/>
                    <a:pt x="226" y="676"/>
                    <a:pt x="379" y="676"/>
                  </a:cubicBezTo>
                  <a:cubicBezTo>
                    <a:pt x="386" y="676"/>
                    <a:pt x="393" y="676"/>
                    <a:pt x="399" y="676"/>
                  </a:cubicBezTo>
                  <a:cubicBezTo>
                    <a:pt x="576" y="663"/>
                    <a:pt x="710" y="499"/>
                    <a:pt x="680" y="327"/>
                  </a:cubicBezTo>
                  <a:cubicBezTo>
                    <a:pt x="653" y="156"/>
                    <a:pt x="509" y="0"/>
                    <a:pt x="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451075" y="909525"/>
              <a:ext cx="17950" cy="17425"/>
            </a:xfrm>
            <a:custGeom>
              <a:avLst/>
              <a:gdLst/>
              <a:ahLst/>
              <a:cxnLst/>
              <a:rect l="l" t="t" r="r" b="b"/>
              <a:pathLst>
                <a:path w="718" h="697" extrusionOk="0">
                  <a:moveTo>
                    <a:pt x="445" y="0"/>
                  </a:moveTo>
                  <a:cubicBezTo>
                    <a:pt x="344" y="38"/>
                    <a:pt x="283" y="51"/>
                    <a:pt x="232" y="83"/>
                  </a:cubicBezTo>
                  <a:cubicBezTo>
                    <a:pt x="179" y="111"/>
                    <a:pt x="131" y="157"/>
                    <a:pt x="93" y="202"/>
                  </a:cubicBezTo>
                  <a:cubicBezTo>
                    <a:pt x="8" y="313"/>
                    <a:pt x="0" y="429"/>
                    <a:pt x="91" y="543"/>
                  </a:cubicBezTo>
                  <a:cubicBezTo>
                    <a:pt x="168" y="645"/>
                    <a:pt x="268" y="697"/>
                    <a:pt x="368" y="697"/>
                  </a:cubicBezTo>
                  <a:cubicBezTo>
                    <a:pt x="422" y="697"/>
                    <a:pt x="477" y="682"/>
                    <a:pt x="528" y="652"/>
                  </a:cubicBezTo>
                  <a:cubicBezTo>
                    <a:pt x="652" y="581"/>
                    <a:pt x="717" y="462"/>
                    <a:pt x="672" y="339"/>
                  </a:cubicBezTo>
                  <a:cubicBezTo>
                    <a:pt x="624" y="212"/>
                    <a:pt x="520" y="111"/>
                    <a:pt x="4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450800" y="10858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405" y="0"/>
                  </a:moveTo>
                  <a:cubicBezTo>
                    <a:pt x="235" y="0"/>
                    <a:pt x="59" y="121"/>
                    <a:pt x="31" y="266"/>
                  </a:cubicBezTo>
                  <a:cubicBezTo>
                    <a:pt x="1" y="422"/>
                    <a:pt x="183" y="632"/>
                    <a:pt x="367" y="649"/>
                  </a:cubicBezTo>
                  <a:cubicBezTo>
                    <a:pt x="374" y="650"/>
                    <a:pt x="381" y="651"/>
                    <a:pt x="388" y="651"/>
                  </a:cubicBezTo>
                  <a:cubicBezTo>
                    <a:pt x="530" y="651"/>
                    <a:pt x="671" y="507"/>
                    <a:pt x="690" y="339"/>
                  </a:cubicBezTo>
                  <a:cubicBezTo>
                    <a:pt x="713" y="154"/>
                    <a:pt x="587" y="3"/>
                    <a:pt x="410" y="0"/>
                  </a:cubicBezTo>
                  <a:cubicBezTo>
                    <a:pt x="408" y="0"/>
                    <a:pt x="407" y="0"/>
                    <a:pt x="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325550" y="1085850"/>
              <a:ext cx="16325" cy="16275"/>
            </a:xfrm>
            <a:custGeom>
              <a:avLst/>
              <a:gdLst/>
              <a:ahLst/>
              <a:cxnLst/>
              <a:rect l="l" t="t" r="r" b="b"/>
              <a:pathLst>
                <a:path w="653" h="651" extrusionOk="0">
                  <a:moveTo>
                    <a:pt x="361" y="1"/>
                  </a:moveTo>
                  <a:cubicBezTo>
                    <a:pt x="184" y="1"/>
                    <a:pt x="8" y="143"/>
                    <a:pt x="3" y="303"/>
                  </a:cubicBezTo>
                  <a:cubicBezTo>
                    <a:pt x="1" y="464"/>
                    <a:pt x="188" y="650"/>
                    <a:pt x="346" y="650"/>
                  </a:cubicBezTo>
                  <a:cubicBezTo>
                    <a:pt x="352" y="650"/>
                    <a:pt x="358" y="650"/>
                    <a:pt x="364" y="649"/>
                  </a:cubicBezTo>
                  <a:cubicBezTo>
                    <a:pt x="508" y="637"/>
                    <a:pt x="652" y="463"/>
                    <a:pt x="652" y="298"/>
                  </a:cubicBezTo>
                  <a:cubicBezTo>
                    <a:pt x="652" y="152"/>
                    <a:pt x="541" y="18"/>
                    <a:pt x="400" y="3"/>
                  </a:cubicBezTo>
                  <a:cubicBezTo>
                    <a:pt x="387" y="1"/>
                    <a:pt x="374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6983675" y="4337975"/>
              <a:ext cx="17775" cy="15800"/>
            </a:xfrm>
            <a:custGeom>
              <a:avLst/>
              <a:gdLst/>
              <a:ahLst/>
              <a:cxnLst/>
              <a:rect l="l" t="t" r="r" b="b"/>
              <a:pathLst>
                <a:path w="711" h="632" extrusionOk="0">
                  <a:moveTo>
                    <a:pt x="351" y="1"/>
                  </a:moveTo>
                  <a:cubicBezTo>
                    <a:pt x="345" y="1"/>
                    <a:pt x="339" y="1"/>
                    <a:pt x="334" y="1"/>
                  </a:cubicBezTo>
                  <a:cubicBezTo>
                    <a:pt x="165" y="14"/>
                    <a:pt x="1" y="165"/>
                    <a:pt x="6" y="312"/>
                  </a:cubicBezTo>
                  <a:cubicBezTo>
                    <a:pt x="13" y="469"/>
                    <a:pt x="203" y="632"/>
                    <a:pt x="373" y="632"/>
                  </a:cubicBezTo>
                  <a:cubicBezTo>
                    <a:pt x="383" y="632"/>
                    <a:pt x="393" y="631"/>
                    <a:pt x="402" y="630"/>
                  </a:cubicBezTo>
                  <a:cubicBezTo>
                    <a:pt x="564" y="615"/>
                    <a:pt x="710" y="436"/>
                    <a:pt x="690" y="287"/>
                  </a:cubicBezTo>
                  <a:cubicBezTo>
                    <a:pt x="663" y="133"/>
                    <a:pt x="505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7109575" y="4338000"/>
              <a:ext cx="17825" cy="15750"/>
            </a:xfrm>
            <a:custGeom>
              <a:avLst/>
              <a:gdLst/>
              <a:ahLst/>
              <a:cxnLst/>
              <a:rect l="l" t="t" r="r" b="b"/>
              <a:pathLst>
                <a:path w="713" h="630" extrusionOk="0">
                  <a:moveTo>
                    <a:pt x="367" y="0"/>
                  </a:moveTo>
                  <a:cubicBezTo>
                    <a:pt x="202" y="0"/>
                    <a:pt x="38" y="135"/>
                    <a:pt x="18" y="288"/>
                  </a:cubicBezTo>
                  <a:cubicBezTo>
                    <a:pt x="1" y="458"/>
                    <a:pt x="182" y="629"/>
                    <a:pt x="368" y="629"/>
                  </a:cubicBezTo>
                  <a:cubicBezTo>
                    <a:pt x="373" y="629"/>
                    <a:pt x="379" y="629"/>
                    <a:pt x="384" y="629"/>
                  </a:cubicBezTo>
                  <a:cubicBezTo>
                    <a:pt x="548" y="619"/>
                    <a:pt x="712" y="455"/>
                    <a:pt x="710" y="308"/>
                  </a:cubicBezTo>
                  <a:cubicBezTo>
                    <a:pt x="705" y="152"/>
                    <a:pt x="543" y="5"/>
                    <a:pt x="371" y="0"/>
                  </a:cubicBezTo>
                  <a:cubicBezTo>
                    <a:pt x="370" y="0"/>
                    <a:pt x="368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7235950" y="4338025"/>
              <a:ext cx="17900" cy="15725"/>
            </a:xfrm>
            <a:custGeom>
              <a:avLst/>
              <a:gdLst/>
              <a:ahLst/>
              <a:cxnLst/>
              <a:rect l="l" t="t" r="r" b="b"/>
              <a:pathLst>
                <a:path w="716" h="629" extrusionOk="0">
                  <a:moveTo>
                    <a:pt x="352" y="0"/>
                  </a:moveTo>
                  <a:cubicBezTo>
                    <a:pt x="342" y="0"/>
                    <a:pt x="332" y="1"/>
                    <a:pt x="322" y="2"/>
                  </a:cubicBezTo>
                  <a:cubicBezTo>
                    <a:pt x="150" y="22"/>
                    <a:pt x="1" y="189"/>
                    <a:pt x="21" y="340"/>
                  </a:cubicBezTo>
                  <a:cubicBezTo>
                    <a:pt x="38" y="494"/>
                    <a:pt x="202" y="628"/>
                    <a:pt x="366" y="628"/>
                  </a:cubicBezTo>
                  <a:cubicBezTo>
                    <a:pt x="369" y="628"/>
                    <a:pt x="372" y="628"/>
                    <a:pt x="375" y="628"/>
                  </a:cubicBezTo>
                  <a:cubicBezTo>
                    <a:pt x="531" y="625"/>
                    <a:pt x="708" y="461"/>
                    <a:pt x="711" y="317"/>
                  </a:cubicBezTo>
                  <a:cubicBezTo>
                    <a:pt x="715" y="160"/>
                    <a:pt x="528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9"/>
          <p:cNvSpPr txBox="1">
            <a:spLocks noGrp="1"/>
          </p:cNvSpPr>
          <p:nvPr>
            <p:ph type="title"/>
          </p:nvPr>
        </p:nvSpPr>
        <p:spPr>
          <a:xfrm>
            <a:off x="713225" y="1233175"/>
            <a:ext cx="35976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8" name="Google Shape;338;p9"/>
          <p:cNvSpPr txBox="1">
            <a:spLocks noGrp="1"/>
          </p:cNvSpPr>
          <p:nvPr>
            <p:ph type="subTitle" idx="1"/>
          </p:nvPr>
        </p:nvSpPr>
        <p:spPr>
          <a:xfrm>
            <a:off x="713225" y="2803075"/>
            <a:ext cx="3597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Poppins SemiBold"/>
              <a:buNone/>
              <a:defRPr sz="21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9" name="Google Shape;3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4914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10"/>
          <p:cNvGrpSpPr/>
          <p:nvPr/>
        </p:nvGrpSpPr>
        <p:grpSpPr>
          <a:xfrm>
            <a:off x="-164149" y="-50283"/>
            <a:ext cx="9332565" cy="5029956"/>
            <a:chOff x="-164149" y="-50283"/>
            <a:chExt cx="9332565" cy="5029956"/>
          </a:xfrm>
        </p:grpSpPr>
        <p:sp>
          <p:nvSpPr>
            <p:cNvPr id="342" name="Google Shape;342;p10"/>
            <p:cNvSpPr/>
            <p:nvPr/>
          </p:nvSpPr>
          <p:spPr>
            <a:xfrm>
              <a:off x="2102407" y="4622537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0"/>
            <p:cNvSpPr/>
            <p:nvPr/>
          </p:nvSpPr>
          <p:spPr>
            <a:xfrm>
              <a:off x="-7527" y="22096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0"/>
            <p:cNvSpPr/>
            <p:nvPr/>
          </p:nvSpPr>
          <p:spPr>
            <a:xfrm>
              <a:off x="8570251" y="119574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0"/>
            <p:cNvSpPr/>
            <p:nvPr/>
          </p:nvSpPr>
          <p:spPr>
            <a:xfrm>
              <a:off x="8430831" y="3332684"/>
              <a:ext cx="737585" cy="99536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0"/>
            <p:cNvSpPr/>
            <p:nvPr/>
          </p:nvSpPr>
          <p:spPr>
            <a:xfrm>
              <a:off x="852475" y="-50283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0"/>
            <p:cNvSpPr/>
            <p:nvPr/>
          </p:nvSpPr>
          <p:spPr>
            <a:xfrm>
              <a:off x="6827093" y="444625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0"/>
            <p:cNvSpPr/>
            <p:nvPr/>
          </p:nvSpPr>
          <p:spPr>
            <a:xfrm>
              <a:off x="361302" y="4180297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9" name="Google Shape;349;p10"/>
            <p:cNvGrpSpPr/>
            <p:nvPr/>
          </p:nvGrpSpPr>
          <p:grpSpPr>
            <a:xfrm>
              <a:off x="-164149" y="408101"/>
              <a:ext cx="540628" cy="262781"/>
              <a:chOff x="-179336" y="-13036"/>
              <a:chExt cx="540628" cy="262781"/>
            </a:xfrm>
          </p:grpSpPr>
          <p:sp>
            <p:nvSpPr>
              <p:cNvPr id="350" name="Google Shape;350;p10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0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0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0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0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0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0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0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0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0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0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0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10"/>
            <p:cNvGrpSpPr/>
            <p:nvPr/>
          </p:nvGrpSpPr>
          <p:grpSpPr>
            <a:xfrm>
              <a:off x="8318163" y="4599428"/>
              <a:ext cx="542707" cy="380246"/>
              <a:chOff x="8899188" y="4302953"/>
              <a:chExt cx="542707" cy="380246"/>
            </a:xfrm>
          </p:grpSpPr>
          <p:sp>
            <p:nvSpPr>
              <p:cNvPr id="363" name="Google Shape;363;p10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0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0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0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0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10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0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0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0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0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0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0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0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0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0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0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9" name="Google Shape;379;p10"/>
          <p:cNvSpPr txBox="1">
            <a:spLocks noGrp="1"/>
          </p:cNvSpPr>
          <p:nvPr>
            <p:ph type="body" idx="1"/>
          </p:nvPr>
        </p:nvSpPr>
        <p:spPr>
          <a:xfrm>
            <a:off x="713225" y="399432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15"/>
          <p:cNvGrpSpPr/>
          <p:nvPr/>
        </p:nvGrpSpPr>
        <p:grpSpPr>
          <a:xfrm>
            <a:off x="-164149" y="-50283"/>
            <a:ext cx="9332565" cy="5029956"/>
            <a:chOff x="-164149" y="-50283"/>
            <a:chExt cx="9332565" cy="5029956"/>
          </a:xfrm>
        </p:grpSpPr>
        <p:sp>
          <p:nvSpPr>
            <p:cNvPr id="522" name="Google Shape;522;p15"/>
            <p:cNvSpPr/>
            <p:nvPr/>
          </p:nvSpPr>
          <p:spPr>
            <a:xfrm>
              <a:off x="2102407" y="4622537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-7527" y="22096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8570251" y="119574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8430831" y="3332684"/>
              <a:ext cx="737585" cy="99536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852475" y="-50283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6827093" y="444625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361302" y="4180297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9" name="Google Shape;529;p15"/>
            <p:cNvGrpSpPr/>
            <p:nvPr/>
          </p:nvGrpSpPr>
          <p:grpSpPr>
            <a:xfrm>
              <a:off x="-164149" y="408101"/>
              <a:ext cx="540628" cy="262781"/>
              <a:chOff x="-179336" y="-13036"/>
              <a:chExt cx="540628" cy="262781"/>
            </a:xfrm>
          </p:grpSpPr>
          <p:sp>
            <p:nvSpPr>
              <p:cNvPr id="530" name="Google Shape;530;p15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5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5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5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5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5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5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5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5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5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5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5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2" name="Google Shape;542;p15"/>
            <p:cNvGrpSpPr/>
            <p:nvPr/>
          </p:nvGrpSpPr>
          <p:grpSpPr>
            <a:xfrm>
              <a:off x="8318163" y="4599428"/>
              <a:ext cx="542707" cy="380246"/>
              <a:chOff x="8899188" y="4302953"/>
              <a:chExt cx="542707" cy="380246"/>
            </a:xfrm>
          </p:grpSpPr>
          <p:sp>
            <p:nvSpPr>
              <p:cNvPr id="543" name="Google Shape;543;p15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5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5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5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5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5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5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5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5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5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5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5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5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9" name="Google Shape;559;p1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60" name="Google Shape;560;p15"/>
          <p:cNvSpPr txBox="1">
            <a:spLocks noGrp="1"/>
          </p:cNvSpPr>
          <p:nvPr>
            <p:ph type="subTitle" idx="1"/>
          </p:nvPr>
        </p:nvSpPr>
        <p:spPr>
          <a:xfrm>
            <a:off x="923925" y="3026638"/>
            <a:ext cx="23049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561" name="Google Shape;561;p15"/>
          <p:cNvSpPr txBox="1">
            <a:spLocks noGrp="1"/>
          </p:cNvSpPr>
          <p:nvPr>
            <p:ph type="subTitle" idx="2"/>
          </p:nvPr>
        </p:nvSpPr>
        <p:spPr>
          <a:xfrm>
            <a:off x="3419550" y="3026638"/>
            <a:ext cx="23049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562" name="Google Shape;562;p15"/>
          <p:cNvSpPr txBox="1">
            <a:spLocks noGrp="1"/>
          </p:cNvSpPr>
          <p:nvPr>
            <p:ph type="subTitle" idx="3"/>
          </p:nvPr>
        </p:nvSpPr>
        <p:spPr>
          <a:xfrm>
            <a:off x="5915175" y="3026638"/>
            <a:ext cx="23049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563" name="Google Shape;563;p15"/>
          <p:cNvSpPr txBox="1">
            <a:spLocks noGrp="1"/>
          </p:cNvSpPr>
          <p:nvPr>
            <p:ph type="body" idx="4"/>
          </p:nvPr>
        </p:nvSpPr>
        <p:spPr>
          <a:xfrm>
            <a:off x="923925" y="3327990"/>
            <a:ext cx="23049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4" name="Google Shape;564;p15"/>
          <p:cNvSpPr txBox="1">
            <a:spLocks noGrp="1"/>
          </p:cNvSpPr>
          <p:nvPr>
            <p:ph type="body" idx="5"/>
          </p:nvPr>
        </p:nvSpPr>
        <p:spPr>
          <a:xfrm>
            <a:off x="3419550" y="3327990"/>
            <a:ext cx="23049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15"/>
          <p:cNvSpPr txBox="1">
            <a:spLocks noGrp="1"/>
          </p:cNvSpPr>
          <p:nvPr>
            <p:ph type="body" idx="6"/>
          </p:nvPr>
        </p:nvSpPr>
        <p:spPr>
          <a:xfrm>
            <a:off x="5915175" y="3327990"/>
            <a:ext cx="23049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4"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Google Shape;567;p16"/>
          <p:cNvGrpSpPr/>
          <p:nvPr/>
        </p:nvGrpSpPr>
        <p:grpSpPr>
          <a:xfrm>
            <a:off x="-164149" y="-50283"/>
            <a:ext cx="9332565" cy="5029956"/>
            <a:chOff x="-164149" y="-50283"/>
            <a:chExt cx="9332565" cy="5029956"/>
          </a:xfrm>
        </p:grpSpPr>
        <p:sp>
          <p:nvSpPr>
            <p:cNvPr id="568" name="Google Shape;568;p16"/>
            <p:cNvSpPr/>
            <p:nvPr/>
          </p:nvSpPr>
          <p:spPr>
            <a:xfrm>
              <a:off x="2102407" y="4622537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-7527" y="22096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8570251" y="119574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8430831" y="3332684"/>
              <a:ext cx="737585" cy="99536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852475" y="-50283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6827093" y="444625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61302" y="4180297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5" name="Google Shape;575;p16"/>
            <p:cNvGrpSpPr/>
            <p:nvPr/>
          </p:nvGrpSpPr>
          <p:grpSpPr>
            <a:xfrm>
              <a:off x="-164149" y="408101"/>
              <a:ext cx="540628" cy="262781"/>
              <a:chOff x="-179336" y="-13036"/>
              <a:chExt cx="540628" cy="262781"/>
            </a:xfrm>
          </p:grpSpPr>
          <p:sp>
            <p:nvSpPr>
              <p:cNvPr id="576" name="Google Shape;576;p16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6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6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6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6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16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6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6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6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16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16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6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8" name="Google Shape;588;p16"/>
            <p:cNvGrpSpPr/>
            <p:nvPr/>
          </p:nvGrpSpPr>
          <p:grpSpPr>
            <a:xfrm>
              <a:off x="8318163" y="4599428"/>
              <a:ext cx="542707" cy="380246"/>
              <a:chOff x="8899188" y="4302953"/>
              <a:chExt cx="542707" cy="380246"/>
            </a:xfrm>
          </p:grpSpPr>
          <p:sp>
            <p:nvSpPr>
              <p:cNvPr id="589" name="Google Shape;589;p16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6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6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6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6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6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6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6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6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16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6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6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16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16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16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16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5" name="Google Shape;605;p16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3687300" cy="9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6" name="Google Shape;606;p16"/>
          <p:cNvSpPr txBox="1">
            <a:spLocks noGrp="1"/>
          </p:cNvSpPr>
          <p:nvPr>
            <p:ph type="body" idx="1"/>
          </p:nvPr>
        </p:nvSpPr>
        <p:spPr>
          <a:xfrm>
            <a:off x="713225" y="1714975"/>
            <a:ext cx="3820800" cy="27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CUSTOM_2_3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17"/>
          <p:cNvGrpSpPr/>
          <p:nvPr/>
        </p:nvGrpSpPr>
        <p:grpSpPr>
          <a:xfrm>
            <a:off x="-164149" y="-50283"/>
            <a:ext cx="9332565" cy="5029956"/>
            <a:chOff x="-164149" y="-50283"/>
            <a:chExt cx="9332565" cy="5029956"/>
          </a:xfrm>
        </p:grpSpPr>
        <p:sp>
          <p:nvSpPr>
            <p:cNvPr id="609" name="Google Shape;609;p17"/>
            <p:cNvSpPr/>
            <p:nvPr/>
          </p:nvSpPr>
          <p:spPr>
            <a:xfrm>
              <a:off x="2102407" y="4622537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-7527" y="22096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8570251" y="119574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8430831" y="3332684"/>
              <a:ext cx="737585" cy="99536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852475" y="-50283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6827093" y="444625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361302" y="4180297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6" name="Google Shape;616;p17"/>
            <p:cNvGrpSpPr/>
            <p:nvPr/>
          </p:nvGrpSpPr>
          <p:grpSpPr>
            <a:xfrm>
              <a:off x="-164149" y="408101"/>
              <a:ext cx="540628" cy="262781"/>
              <a:chOff x="-179336" y="-13036"/>
              <a:chExt cx="540628" cy="262781"/>
            </a:xfrm>
          </p:grpSpPr>
          <p:sp>
            <p:nvSpPr>
              <p:cNvPr id="617" name="Google Shape;617;p17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7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7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7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7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7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7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17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7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17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7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7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9" name="Google Shape;629;p17"/>
            <p:cNvGrpSpPr/>
            <p:nvPr/>
          </p:nvGrpSpPr>
          <p:grpSpPr>
            <a:xfrm>
              <a:off x="8318163" y="4599428"/>
              <a:ext cx="542707" cy="380246"/>
              <a:chOff x="8899188" y="4302953"/>
              <a:chExt cx="542707" cy="380246"/>
            </a:xfrm>
          </p:grpSpPr>
          <p:sp>
            <p:nvSpPr>
              <p:cNvPr id="630" name="Google Shape;630;p17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7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7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7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7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7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7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7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7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7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7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7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17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7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7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7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46" name="Google Shape;646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4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22"/>
          <p:cNvGrpSpPr/>
          <p:nvPr/>
        </p:nvGrpSpPr>
        <p:grpSpPr>
          <a:xfrm>
            <a:off x="-11" y="84692"/>
            <a:ext cx="9332081" cy="4887827"/>
            <a:chOff x="-11" y="84692"/>
            <a:chExt cx="9332081" cy="4887827"/>
          </a:xfrm>
        </p:grpSpPr>
        <p:sp>
          <p:nvSpPr>
            <p:cNvPr id="833" name="Google Shape;833;p22"/>
            <p:cNvSpPr/>
            <p:nvPr/>
          </p:nvSpPr>
          <p:spPr>
            <a:xfrm>
              <a:off x="4288332" y="4762600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1886298" y="46227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>
              <a:off x="8560826" y="53949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>
              <a:off x="0" y="84692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8560818" y="429510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1445500" y="31491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7882027" y="4849872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0" name="Google Shape;840;p22"/>
            <p:cNvGrpSpPr/>
            <p:nvPr/>
          </p:nvGrpSpPr>
          <p:grpSpPr>
            <a:xfrm>
              <a:off x="-11" y="3452276"/>
              <a:ext cx="540628" cy="262781"/>
              <a:chOff x="-179336" y="-13036"/>
              <a:chExt cx="540628" cy="262781"/>
            </a:xfrm>
          </p:grpSpPr>
          <p:sp>
            <p:nvSpPr>
              <p:cNvPr id="841" name="Google Shape;841;p22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22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22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22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22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2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22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22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22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22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22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22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3" name="Google Shape;853;p22"/>
            <p:cNvGrpSpPr/>
            <p:nvPr/>
          </p:nvGrpSpPr>
          <p:grpSpPr>
            <a:xfrm>
              <a:off x="8789363" y="2381628"/>
              <a:ext cx="542707" cy="380246"/>
              <a:chOff x="8899188" y="4302953"/>
              <a:chExt cx="542707" cy="380246"/>
            </a:xfrm>
          </p:grpSpPr>
          <p:sp>
            <p:nvSpPr>
              <p:cNvPr id="854" name="Google Shape;854;p22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22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22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2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22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22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22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22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22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2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22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22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22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22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22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22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70" name="Google Shape;870;p22"/>
            <p:cNvSpPr/>
            <p:nvPr/>
          </p:nvSpPr>
          <p:spPr>
            <a:xfrm>
              <a:off x="6065125" y="25776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2"/>
            <p:cNvSpPr/>
            <p:nvPr/>
          </p:nvSpPr>
          <p:spPr>
            <a:xfrm>
              <a:off x="413850" y="1343565"/>
              <a:ext cx="126771" cy="123908"/>
            </a:xfrm>
            <a:custGeom>
              <a:avLst/>
              <a:gdLst/>
              <a:ahLst/>
              <a:cxnLst/>
              <a:rect l="l" t="t" r="r" b="b"/>
              <a:pathLst>
                <a:path w="3719" h="3635" extrusionOk="0">
                  <a:moveTo>
                    <a:pt x="3358" y="0"/>
                  </a:moveTo>
                  <a:cubicBezTo>
                    <a:pt x="3294" y="0"/>
                    <a:pt x="3233" y="28"/>
                    <a:pt x="3175" y="74"/>
                  </a:cubicBezTo>
                  <a:cubicBezTo>
                    <a:pt x="3044" y="178"/>
                    <a:pt x="2928" y="296"/>
                    <a:pt x="2806" y="415"/>
                  </a:cubicBezTo>
                  <a:cubicBezTo>
                    <a:pt x="2599" y="620"/>
                    <a:pt x="2400" y="837"/>
                    <a:pt x="2178" y="1029"/>
                  </a:cubicBezTo>
                  <a:cubicBezTo>
                    <a:pt x="2054" y="1138"/>
                    <a:pt x="1954" y="1191"/>
                    <a:pt x="1856" y="1191"/>
                  </a:cubicBezTo>
                  <a:cubicBezTo>
                    <a:pt x="1752" y="1191"/>
                    <a:pt x="1651" y="1131"/>
                    <a:pt x="1526" y="1011"/>
                  </a:cubicBezTo>
                  <a:cubicBezTo>
                    <a:pt x="1238" y="736"/>
                    <a:pt x="965" y="443"/>
                    <a:pt x="675" y="170"/>
                  </a:cubicBezTo>
                  <a:cubicBezTo>
                    <a:pt x="556" y="58"/>
                    <a:pt x="462" y="6"/>
                    <a:pt x="375" y="6"/>
                  </a:cubicBezTo>
                  <a:cubicBezTo>
                    <a:pt x="309" y="6"/>
                    <a:pt x="246" y="36"/>
                    <a:pt x="180" y="92"/>
                  </a:cubicBezTo>
                  <a:cubicBezTo>
                    <a:pt x="3" y="241"/>
                    <a:pt x="1" y="415"/>
                    <a:pt x="205" y="635"/>
                  </a:cubicBezTo>
                  <a:cubicBezTo>
                    <a:pt x="458" y="912"/>
                    <a:pt x="736" y="1168"/>
                    <a:pt x="998" y="1440"/>
                  </a:cubicBezTo>
                  <a:cubicBezTo>
                    <a:pt x="1273" y="1723"/>
                    <a:pt x="1276" y="1907"/>
                    <a:pt x="1011" y="2198"/>
                  </a:cubicBezTo>
                  <a:cubicBezTo>
                    <a:pt x="827" y="2400"/>
                    <a:pt x="630" y="2582"/>
                    <a:pt x="435" y="2779"/>
                  </a:cubicBezTo>
                  <a:cubicBezTo>
                    <a:pt x="334" y="2882"/>
                    <a:pt x="228" y="2986"/>
                    <a:pt x="137" y="3099"/>
                  </a:cubicBezTo>
                  <a:cubicBezTo>
                    <a:pt x="13" y="3258"/>
                    <a:pt x="28" y="3438"/>
                    <a:pt x="157" y="3551"/>
                  </a:cubicBezTo>
                  <a:cubicBezTo>
                    <a:pt x="221" y="3606"/>
                    <a:pt x="294" y="3635"/>
                    <a:pt x="367" y="3635"/>
                  </a:cubicBezTo>
                  <a:cubicBezTo>
                    <a:pt x="433" y="3635"/>
                    <a:pt x="499" y="3612"/>
                    <a:pt x="561" y="3564"/>
                  </a:cubicBezTo>
                  <a:cubicBezTo>
                    <a:pt x="695" y="3463"/>
                    <a:pt x="819" y="3349"/>
                    <a:pt x="938" y="3233"/>
                  </a:cubicBezTo>
                  <a:cubicBezTo>
                    <a:pt x="1135" y="3044"/>
                    <a:pt x="1319" y="2844"/>
                    <a:pt x="1516" y="2655"/>
                  </a:cubicBezTo>
                  <a:cubicBezTo>
                    <a:pt x="1645" y="2528"/>
                    <a:pt x="1754" y="2464"/>
                    <a:pt x="1864" y="2464"/>
                  </a:cubicBezTo>
                  <a:cubicBezTo>
                    <a:pt x="1973" y="2464"/>
                    <a:pt x="2082" y="2527"/>
                    <a:pt x="2213" y="2652"/>
                  </a:cubicBezTo>
                  <a:cubicBezTo>
                    <a:pt x="2471" y="2897"/>
                    <a:pt x="2713" y="3163"/>
                    <a:pt x="2968" y="3410"/>
                  </a:cubicBezTo>
                  <a:cubicBezTo>
                    <a:pt x="3056" y="3491"/>
                    <a:pt x="3162" y="3567"/>
                    <a:pt x="3274" y="3615"/>
                  </a:cubicBezTo>
                  <a:cubicBezTo>
                    <a:pt x="3303" y="3627"/>
                    <a:pt x="3333" y="3633"/>
                    <a:pt x="3363" y="3633"/>
                  </a:cubicBezTo>
                  <a:cubicBezTo>
                    <a:pt x="3516" y="3633"/>
                    <a:pt x="3667" y="3481"/>
                    <a:pt x="3665" y="3274"/>
                  </a:cubicBezTo>
                  <a:cubicBezTo>
                    <a:pt x="3652" y="3246"/>
                    <a:pt x="3630" y="3157"/>
                    <a:pt x="3584" y="3099"/>
                  </a:cubicBezTo>
                  <a:cubicBezTo>
                    <a:pt x="3463" y="2958"/>
                    <a:pt x="3332" y="2822"/>
                    <a:pt x="3200" y="2688"/>
                  </a:cubicBezTo>
                  <a:cubicBezTo>
                    <a:pt x="2998" y="2476"/>
                    <a:pt x="2784" y="2274"/>
                    <a:pt x="2589" y="2056"/>
                  </a:cubicBezTo>
                  <a:cubicBezTo>
                    <a:pt x="2450" y="1905"/>
                    <a:pt x="2450" y="1753"/>
                    <a:pt x="2579" y="1604"/>
                  </a:cubicBezTo>
                  <a:cubicBezTo>
                    <a:pt x="2703" y="1463"/>
                    <a:pt x="2847" y="1342"/>
                    <a:pt x="2978" y="1203"/>
                  </a:cubicBezTo>
                  <a:cubicBezTo>
                    <a:pt x="3193" y="973"/>
                    <a:pt x="3410" y="748"/>
                    <a:pt x="3609" y="506"/>
                  </a:cubicBezTo>
                  <a:cubicBezTo>
                    <a:pt x="3718" y="369"/>
                    <a:pt x="3668" y="183"/>
                    <a:pt x="3521" y="64"/>
                  </a:cubicBezTo>
                  <a:cubicBezTo>
                    <a:pt x="3467" y="20"/>
                    <a:pt x="3412" y="0"/>
                    <a:pt x="3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2" name="Google Shape;872;p22"/>
          <p:cNvSpPr txBox="1">
            <a:spLocks noGrp="1"/>
          </p:cNvSpPr>
          <p:nvPr>
            <p:ph type="title"/>
          </p:nvPr>
        </p:nvSpPr>
        <p:spPr>
          <a:xfrm>
            <a:off x="4572000" y="539500"/>
            <a:ext cx="38586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73" name="Google Shape;873;p22"/>
          <p:cNvSpPr txBox="1">
            <a:spLocks noGrp="1"/>
          </p:cNvSpPr>
          <p:nvPr>
            <p:ph type="subTitle" idx="1"/>
          </p:nvPr>
        </p:nvSpPr>
        <p:spPr>
          <a:xfrm>
            <a:off x="5642900" y="1898988"/>
            <a:ext cx="1839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74" name="Google Shape;874;p22"/>
          <p:cNvSpPr txBox="1">
            <a:spLocks noGrp="1"/>
          </p:cNvSpPr>
          <p:nvPr>
            <p:ph type="body" idx="2"/>
          </p:nvPr>
        </p:nvSpPr>
        <p:spPr>
          <a:xfrm>
            <a:off x="5642900" y="2213313"/>
            <a:ext cx="1839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5" name="Google Shape;875;p22"/>
          <p:cNvSpPr txBox="1">
            <a:spLocks noGrp="1"/>
          </p:cNvSpPr>
          <p:nvPr>
            <p:ph type="subTitle" idx="3"/>
          </p:nvPr>
        </p:nvSpPr>
        <p:spPr>
          <a:xfrm>
            <a:off x="5642900" y="3570788"/>
            <a:ext cx="1839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76" name="Google Shape;876;p22"/>
          <p:cNvSpPr txBox="1">
            <a:spLocks noGrp="1"/>
          </p:cNvSpPr>
          <p:nvPr>
            <p:ph type="body" idx="4"/>
          </p:nvPr>
        </p:nvSpPr>
        <p:spPr>
          <a:xfrm>
            <a:off x="5642900" y="3885113"/>
            <a:ext cx="1839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0" name="Google Shape;970;p25"/>
          <p:cNvGrpSpPr/>
          <p:nvPr/>
        </p:nvGrpSpPr>
        <p:grpSpPr>
          <a:xfrm>
            <a:off x="-164149" y="-50283"/>
            <a:ext cx="9332565" cy="5029956"/>
            <a:chOff x="-164149" y="-50283"/>
            <a:chExt cx="9332565" cy="5029956"/>
          </a:xfrm>
        </p:grpSpPr>
        <p:sp>
          <p:nvSpPr>
            <p:cNvPr id="971" name="Google Shape;971;p25"/>
            <p:cNvSpPr/>
            <p:nvPr/>
          </p:nvSpPr>
          <p:spPr>
            <a:xfrm>
              <a:off x="2102407" y="4622537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5"/>
            <p:cNvSpPr/>
            <p:nvPr/>
          </p:nvSpPr>
          <p:spPr>
            <a:xfrm>
              <a:off x="-7527" y="22096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5"/>
            <p:cNvSpPr/>
            <p:nvPr/>
          </p:nvSpPr>
          <p:spPr>
            <a:xfrm>
              <a:off x="8570251" y="119574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5"/>
            <p:cNvSpPr/>
            <p:nvPr/>
          </p:nvSpPr>
          <p:spPr>
            <a:xfrm>
              <a:off x="8430831" y="3332684"/>
              <a:ext cx="737585" cy="99536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5"/>
            <p:cNvSpPr/>
            <p:nvPr/>
          </p:nvSpPr>
          <p:spPr>
            <a:xfrm>
              <a:off x="852475" y="-50283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5"/>
            <p:cNvSpPr/>
            <p:nvPr/>
          </p:nvSpPr>
          <p:spPr>
            <a:xfrm>
              <a:off x="6827093" y="444625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5"/>
            <p:cNvSpPr/>
            <p:nvPr/>
          </p:nvSpPr>
          <p:spPr>
            <a:xfrm>
              <a:off x="361302" y="4180297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8" name="Google Shape;978;p25"/>
            <p:cNvGrpSpPr/>
            <p:nvPr/>
          </p:nvGrpSpPr>
          <p:grpSpPr>
            <a:xfrm>
              <a:off x="-164149" y="408101"/>
              <a:ext cx="540628" cy="262781"/>
              <a:chOff x="-179336" y="-13036"/>
              <a:chExt cx="540628" cy="262781"/>
            </a:xfrm>
          </p:grpSpPr>
          <p:sp>
            <p:nvSpPr>
              <p:cNvPr id="979" name="Google Shape;979;p25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5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5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5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25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25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5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5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25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25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25"/>
            <p:cNvGrpSpPr/>
            <p:nvPr/>
          </p:nvGrpSpPr>
          <p:grpSpPr>
            <a:xfrm>
              <a:off x="8318163" y="4599428"/>
              <a:ext cx="542707" cy="380246"/>
              <a:chOff x="8899188" y="4302953"/>
              <a:chExt cx="542707" cy="380246"/>
            </a:xfrm>
          </p:grpSpPr>
          <p:sp>
            <p:nvSpPr>
              <p:cNvPr id="992" name="Google Shape;992;p25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5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5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5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5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5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5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5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5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5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5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5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5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5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08" name="Google Shape;1008;p25"/>
          <p:cNvSpPr txBox="1">
            <a:spLocks noGrp="1"/>
          </p:cNvSpPr>
          <p:nvPr>
            <p:ph type="ctrTitle"/>
          </p:nvPr>
        </p:nvSpPr>
        <p:spPr>
          <a:xfrm>
            <a:off x="4572000" y="962025"/>
            <a:ext cx="3858600" cy="8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09" name="Google Shape;1009;p25"/>
          <p:cNvSpPr txBox="1">
            <a:spLocks noGrp="1"/>
          </p:cNvSpPr>
          <p:nvPr>
            <p:ph type="subTitle" idx="1"/>
          </p:nvPr>
        </p:nvSpPr>
        <p:spPr>
          <a:xfrm>
            <a:off x="4572075" y="1771009"/>
            <a:ext cx="3858600" cy="9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10" name="Google Shape;1010;p25"/>
          <p:cNvSpPr txBox="1"/>
          <p:nvPr/>
        </p:nvSpPr>
        <p:spPr>
          <a:xfrm>
            <a:off x="4571925" y="3516825"/>
            <a:ext cx="38589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including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_1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oogle Shape;1012;p26"/>
          <p:cNvGrpSpPr/>
          <p:nvPr/>
        </p:nvGrpSpPr>
        <p:grpSpPr>
          <a:xfrm>
            <a:off x="-164149" y="-50283"/>
            <a:ext cx="9332565" cy="5029956"/>
            <a:chOff x="-164149" y="-50283"/>
            <a:chExt cx="9332565" cy="5029956"/>
          </a:xfrm>
        </p:grpSpPr>
        <p:sp>
          <p:nvSpPr>
            <p:cNvPr id="1013" name="Google Shape;1013;p26"/>
            <p:cNvSpPr/>
            <p:nvPr/>
          </p:nvSpPr>
          <p:spPr>
            <a:xfrm>
              <a:off x="2102407" y="4622537"/>
              <a:ext cx="567352" cy="99774"/>
            </a:xfrm>
            <a:custGeom>
              <a:avLst/>
              <a:gdLst/>
              <a:ahLst/>
              <a:cxnLst/>
              <a:rect l="l" t="t" r="r" b="b"/>
              <a:pathLst>
                <a:path w="16644" h="2927" extrusionOk="0">
                  <a:moveTo>
                    <a:pt x="1360" y="0"/>
                  </a:moveTo>
                  <a:cubicBezTo>
                    <a:pt x="1035" y="0"/>
                    <a:pt x="730" y="140"/>
                    <a:pt x="413" y="357"/>
                  </a:cubicBezTo>
                  <a:cubicBezTo>
                    <a:pt x="314" y="425"/>
                    <a:pt x="219" y="503"/>
                    <a:pt x="99" y="503"/>
                  </a:cubicBezTo>
                  <a:cubicBezTo>
                    <a:pt x="71" y="503"/>
                    <a:pt x="42" y="498"/>
                    <a:pt x="11" y="489"/>
                  </a:cubicBezTo>
                  <a:cubicBezTo>
                    <a:pt x="11" y="868"/>
                    <a:pt x="11" y="1246"/>
                    <a:pt x="1" y="1638"/>
                  </a:cubicBezTo>
                  <a:cubicBezTo>
                    <a:pt x="223" y="1539"/>
                    <a:pt x="342" y="1335"/>
                    <a:pt x="498" y="1163"/>
                  </a:cubicBezTo>
                  <a:cubicBezTo>
                    <a:pt x="768" y="864"/>
                    <a:pt x="1054" y="713"/>
                    <a:pt x="1340" y="713"/>
                  </a:cubicBezTo>
                  <a:cubicBezTo>
                    <a:pt x="1622" y="713"/>
                    <a:pt x="1904" y="861"/>
                    <a:pt x="2170" y="1158"/>
                  </a:cubicBezTo>
                  <a:cubicBezTo>
                    <a:pt x="2395" y="1405"/>
                    <a:pt x="2587" y="1683"/>
                    <a:pt x="2776" y="1961"/>
                  </a:cubicBezTo>
                  <a:cubicBezTo>
                    <a:pt x="2956" y="2224"/>
                    <a:pt x="3163" y="2459"/>
                    <a:pt x="3423" y="2640"/>
                  </a:cubicBezTo>
                  <a:cubicBezTo>
                    <a:pt x="3688" y="2826"/>
                    <a:pt x="4016" y="2918"/>
                    <a:pt x="4345" y="2918"/>
                  </a:cubicBezTo>
                  <a:cubicBezTo>
                    <a:pt x="4667" y="2918"/>
                    <a:pt x="4990" y="2829"/>
                    <a:pt x="5251" y="2653"/>
                  </a:cubicBezTo>
                  <a:cubicBezTo>
                    <a:pt x="5519" y="2474"/>
                    <a:pt x="5716" y="2231"/>
                    <a:pt x="5905" y="1979"/>
                  </a:cubicBezTo>
                  <a:cubicBezTo>
                    <a:pt x="6107" y="1708"/>
                    <a:pt x="6307" y="1438"/>
                    <a:pt x="6509" y="1171"/>
                  </a:cubicBezTo>
                  <a:cubicBezTo>
                    <a:pt x="6724" y="882"/>
                    <a:pt x="7038" y="726"/>
                    <a:pt x="7359" y="726"/>
                  </a:cubicBezTo>
                  <a:cubicBezTo>
                    <a:pt x="7670" y="726"/>
                    <a:pt x="7987" y="873"/>
                    <a:pt x="8229" y="1188"/>
                  </a:cubicBezTo>
                  <a:cubicBezTo>
                    <a:pt x="8395" y="1405"/>
                    <a:pt x="8554" y="1630"/>
                    <a:pt x="8718" y="1847"/>
                  </a:cubicBezTo>
                  <a:cubicBezTo>
                    <a:pt x="8845" y="2019"/>
                    <a:pt x="8958" y="2196"/>
                    <a:pt x="9102" y="2347"/>
                  </a:cubicBezTo>
                  <a:cubicBezTo>
                    <a:pt x="9319" y="2577"/>
                    <a:pt x="9557" y="2804"/>
                    <a:pt x="9875" y="2870"/>
                  </a:cubicBezTo>
                  <a:cubicBezTo>
                    <a:pt x="10050" y="2907"/>
                    <a:pt x="10221" y="2927"/>
                    <a:pt x="10387" y="2927"/>
                  </a:cubicBezTo>
                  <a:cubicBezTo>
                    <a:pt x="10844" y="2927"/>
                    <a:pt x="11261" y="2773"/>
                    <a:pt x="11600" y="2375"/>
                  </a:cubicBezTo>
                  <a:cubicBezTo>
                    <a:pt x="11789" y="2150"/>
                    <a:pt x="11953" y="1905"/>
                    <a:pt x="12135" y="1676"/>
                  </a:cubicBezTo>
                  <a:cubicBezTo>
                    <a:pt x="12320" y="1443"/>
                    <a:pt x="12489" y="1198"/>
                    <a:pt x="12701" y="999"/>
                  </a:cubicBezTo>
                  <a:cubicBezTo>
                    <a:pt x="12901" y="810"/>
                    <a:pt x="13141" y="717"/>
                    <a:pt x="13382" y="717"/>
                  </a:cubicBezTo>
                  <a:cubicBezTo>
                    <a:pt x="13642" y="717"/>
                    <a:pt x="13903" y="825"/>
                    <a:pt x="14113" y="1037"/>
                  </a:cubicBezTo>
                  <a:cubicBezTo>
                    <a:pt x="14244" y="1171"/>
                    <a:pt x="14353" y="1327"/>
                    <a:pt x="14466" y="1479"/>
                  </a:cubicBezTo>
                  <a:cubicBezTo>
                    <a:pt x="14656" y="1731"/>
                    <a:pt x="14825" y="1996"/>
                    <a:pt x="15034" y="2234"/>
                  </a:cubicBezTo>
                  <a:cubicBezTo>
                    <a:pt x="15199" y="2421"/>
                    <a:pt x="15390" y="2587"/>
                    <a:pt x="15592" y="2736"/>
                  </a:cubicBezTo>
                  <a:cubicBezTo>
                    <a:pt x="15763" y="2860"/>
                    <a:pt x="15954" y="2918"/>
                    <a:pt x="16152" y="2918"/>
                  </a:cubicBezTo>
                  <a:cubicBezTo>
                    <a:pt x="16246" y="2918"/>
                    <a:pt x="16341" y="2905"/>
                    <a:pt x="16436" y="2880"/>
                  </a:cubicBezTo>
                  <a:cubicBezTo>
                    <a:pt x="16517" y="2858"/>
                    <a:pt x="16618" y="2751"/>
                    <a:pt x="16630" y="2673"/>
                  </a:cubicBezTo>
                  <a:cubicBezTo>
                    <a:pt x="16643" y="2592"/>
                    <a:pt x="16577" y="2466"/>
                    <a:pt x="16509" y="2416"/>
                  </a:cubicBezTo>
                  <a:cubicBezTo>
                    <a:pt x="16391" y="2335"/>
                    <a:pt x="16244" y="2297"/>
                    <a:pt x="16108" y="2244"/>
                  </a:cubicBezTo>
                  <a:cubicBezTo>
                    <a:pt x="15845" y="2143"/>
                    <a:pt x="15625" y="1994"/>
                    <a:pt x="15464" y="1756"/>
                  </a:cubicBezTo>
                  <a:cubicBezTo>
                    <a:pt x="15360" y="1600"/>
                    <a:pt x="15247" y="1448"/>
                    <a:pt x="15128" y="1299"/>
                  </a:cubicBezTo>
                  <a:cubicBezTo>
                    <a:pt x="14936" y="1049"/>
                    <a:pt x="14762" y="779"/>
                    <a:pt x="14532" y="567"/>
                  </a:cubicBezTo>
                  <a:cubicBezTo>
                    <a:pt x="14138" y="207"/>
                    <a:pt x="13758" y="20"/>
                    <a:pt x="13373" y="20"/>
                  </a:cubicBezTo>
                  <a:cubicBezTo>
                    <a:pt x="13007" y="20"/>
                    <a:pt x="12636" y="188"/>
                    <a:pt x="12241" y="534"/>
                  </a:cubicBezTo>
                  <a:cubicBezTo>
                    <a:pt x="12178" y="590"/>
                    <a:pt x="12118" y="653"/>
                    <a:pt x="12067" y="719"/>
                  </a:cubicBezTo>
                  <a:cubicBezTo>
                    <a:pt x="11938" y="883"/>
                    <a:pt x="11812" y="1049"/>
                    <a:pt x="11686" y="1216"/>
                  </a:cubicBezTo>
                  <a:cubicBezTo>
                    <a:pt x="11522" y="1436"/>
                    <a:pt x="11373" y="1666"/>
                    <a:pt x="11188" y="1868"/>
                  </a:cubicBezTo>
                  <a:cubicBezTo>
                    <a:pt x="10933" y="2152"/>
                    <a:pt x="10654" y="2294"/>
                    <a:pt x="10373" y="2294"/>
                  </a:cubicBezTo>
                  <a:cubicBezTo>
                    <a:pt x="10095" y="2294"/>
                    <a:pt x="9817" y="2155"/>
                    <a:pt x="9559" y="1878"/>
                  </a:cubicBezTo>
                  <a:cubicBezTo>
                    <a:pt x="9418" y="1721"/>
                    <a:pt x="9312" y="1539"/>
                    <a:pt x="9178" y="1375"/>
                  </a:cubicBezTo>
                  <a:cubicBezTo>
                    <a:pt x="8941" y="1077"/>
                    <a:pt x="8726" y="756"/>
                    <a:pt x="8448" y="506"/>
                  </a:cubicBezTo>
                  <a:cubicBezTo>
                    <a:pt x="8081" y="179"/>
                    <a:pt x="7721" y="14"/>
                    <a:pt x="7360" y="14"/>
                  </a:cubicBezTo>
                  <a:cubicBezTo>
                    <a:pt x="6998" y="14"/>
                    <a:pt x="6634" y="181"/>
                    <a:pt x="6259" y="517"/>
                  </a:cubicBezTo>
                  <a:cubicBezTo>
                    <a:pt x="6072" y="681"/>
                    <a:pt x="5918" y="885"/>
                    <a:pt x="5759" y="1082"/>
                  </a:cubicBezTo>
                  <a:cubicBezTo>
                    <a:pt x="5653" y="1211"/>
                    <a:pt x="5569" y="1360"/>
                    <a:pt x="5466" y="1491"/>
                  </a:cubicBezTo>
                  <a:cubicBezTo>
                    <a:pt x="5337" y="1658"/>
                    <a:pt x="5213" y="1832"/>
                    <a:pt x="5062" y="1974"/>
                  </a:cubicBezTo>
                  <a:cubicBezTo>
                    <a:pt x="4843" y="2183"/>
                    <a:pt x="4593" y="2287"/>
                    <a:pt x="4344" y="2287"/>
                  </a:cubicBezTo>
                  <a:cubicBezTo>
                    <a:pt x="4085" y="2287"/>
                    <a:pt x="3826" y="2174"/>
                    <a:pt x="3605" y="1948"/>
                  </a:cubicBezTo>
                  <a:cubicBezTo>
                    <a:pt x="3458" y="1802"/>
                    <a:pt x="3342" y="1620"/>
                    <a:pt x="3216" y="1453"/>
                  </a:cubicBezTo>
                  <a:cubicBezTo>
                    <a:pt x="3026" y="1201"/>
                    <a:pt x="2865" y="923"/>
                    <a:pt x="2647" y="698"/>
                  </a:cubicBezTo>
                  <a:cubicBezTo>
                    <a:pt x="2157" y="198"/>
                    <a:pt x="1745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6"/>
            <p:cNvSpPr/>
            <p:nvPr/>
          </p:nvSpPr>
          <p:spPr>
            <a:xfrm>
              <a:off x="-7527" y="2209603"/>
              <a:ext cx="227398" cy="227159"/>
            </a:xfrm>
            <a:custGeom>
              <a:avLst/>
              <a:gdLst/>
              <a:ahLst/>
              <a:cxnLst/>
              <a:rect l="l" t="t" r="r" b="b"/>
              <a:pathLst>
                <a:path w="6671" h="6664" extrusionOk="0">
                  <a:moveTo>
                    <a:pt x="3301" y="1080"/>
                  </a:moveTo>
                  <a:cubicBezTo>
                    <a:pt x="3319" y="1080"/>
                    <a:pt x="3337" y="1081"/>
                    <a:pt x="3354" y="1081"/>
                  </a:cubicBezTo>
                  <a:cubicBezTo>
                    <a:pt x="4556" y="1111"/>
                    <a:pt x="5584" y="2071"/>
                    <a:pt x="5559" y="3359"/>
                  </a:cubicBezTo>
                  <a:cubicBezTo>
                    <a:pt x="5574" y="4784"/>
                    <a:pt x="4251" y="5602"/>
                    <a:pt x="3318" y="5602"/>
                  </a:cubicBezTo>
                  <a:cubicBezTo>
                    <a:pt x="3315" y="5602"/>
                    <a:pt x="3312" y="5602"/>
                    <a:pt x="3309" y="5602"/>
                  </a:cubicBezTo>
                  <a:cubicBezTo>
                    <a:pt x="2342" y="5597"/>
                    <a:pt x="1082" y="4670"/>
                    <a:pt x="1094" y="3311"/>
                  </a:cubicBezTo>
                  <a:cubicBezTo>
                    <a:pt x="1107" y="2103"/>
                    <a:pt x="2167" y="1080"/>
                    <a:pt x="3301" y="1080"/>
                  </a:cubicBezTo>
                  <a:close/>
                  <a:moveTo>
                    <a:pt x="3328" y="0"/>
                  </a:moveTo>
                  <a:cubicBezTo>
                    <a:pt x="1720" y="0"/>
                    <a:pt x="26" y="1324"/>
                    <a:pt x="13" y="3321"/>
                  </a:cubicBezTo>
                  <a:cubicBezTo>
                    <a:pt x="1" y="5316"/>
                    <a:pt x="1712" y="6664"/>
                    <a:pt x="3234" y="6664"/>
                  </a:cubicBezTo>
                  <a:cubicBezTo>
                    <a:pt x="3263" y="6664"/>
                    <a:pt x="3292" y="6663"/>
                    <a:pt x="3322" y="6662"/>
                  </a:cubicBezTo>
                  <a:cubicBezTo>
                    <a:pt x="3326" y="6662"/>
                    <a:pt x="3331" y="6662"/>
                    <a:pt x="3335" y="6662"/>
                  </a:cubicBezTo>
                  <a:cubicBezTo>
                    <a:pt x="5157" y="6662"/>
                    <a:pt x="6645" y="5175"/>
                    <a:pt x="6658" y="3346"/>
                  </a:cubicBezTo>
                  <a:cubicBezTo>
                    <a:pt x="6670" y="1374"/>
                    <a:pt x="5001" y="10"/>
                    <a:pt x="3347" y="0"/>
                  </a:cubicBezTo>
                  <a:cubicBezTo>
                    <a:pt x="3341" y="0"/>
                    <a:pt x="3335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6"/>
            <p:cNvSpPr/>
            <p:nvPr/>
          </p:nvSpPr>
          <p:spPr>
            <a:xfrm>
              <a:off x="8570251" y="1195744"/>
              <a:ext cx="228557" cy="226511"/>
            </a:xfrm>
            <a:custGeom>
              <a:avLst/>
              <a:gdLst/>
              <a:ahLst/>
              <a:cxnLst/>
              <a:rect l="l" t="t" r="r" b="b"/>
              <a:pathLst>
                <a:path w="6705" h="6645" extrusionOk="0">
                  <a:moveTo>
                    <a:pt x="3306" y="1099"/>
                  </a:moveTo>
                  <a:cubicBezTo>
                    <a:pt x="3335" y="1099"/>
                    <a:pt x="3363" y="1100"/>
                    <a:pt x="3392" y="1101"/>
                  </a:cubicBezTo>
                  <a:cubicBezTo>
                    <a:pt x="4654" y="1154"/>
                    <a:pt x="5611" y="2119"/>
                    <a:pt x="5586" y="3382"/>
                  </a:cubicBezTo>
                  <a:cubicBezTo>
                    <a:pt x="5557" y="4728"/>
                    <a:pt x="4431" y="5547"/>
                    <a:pt x="3449" y="5547"/>
                  </a:cubicBezTo>
                  <a:cubicBezTo>
                    <a:pt x="3413" y="5547"/>
                    <a:pt x="3377" y="5546"/>
                    <a:pt x="3341" y="5543"/>
                  </a:cubicBezTo>
                  <a:cubicBezTo>
                    <a:pt x="3322" y="5544"/>
                    <a:pt x="3303" y="5544"/>
                    <a:pt x="3283" y="5544"/>
                  </a:cubicBezTo>
                  <a:cubicBezTo>
                    <a:pt x="2137" y="5544"/>
                    <a:pt x="1109" y="4587"/>
                    <a:pt x="1124" y="3298"/>
                  </a:cubicBezTo>
                  <a:cubicBezTo>
                    <a:pt x="1136" y="1972"/>
                    <a:pt x="2231" y="1099"/>
                    <a:pt x="3306" y="1099"/>
                  </a:cubicBezTo>
                  <a:close/>
                  <a:moveTo>
                    <a:pt x="3348" y="0"/>
                  </a:moveTo>
                  <a:cubicBezTo>
                    <a:pt x="1418" y="0"/>
                    <a:pt x="71" y="1626"/>
                    <a:pt x="38" y="3230"/>
                  </a:cubicBezTo>
                  <a:cubicBezTo>
                    <a:pt x="0" y="5013"/>
                    <a:pt x="1402" y="6642"/>
                    <a:pt x="3321" y="6644"/>
                  </a:cubicBezTo>
                  <a:cubicBezTo>
                    <a:pt x="3323" y="6644"/>
                    <a:pt x="3324" y="6644"/>
                    <a:pt x="3326" y="6644"/>
                  </a:cubicBezTo>
                  <a:cubicBezTo>
                    <a:pt x="5245" y="6644"/>
                    <a:pt x="6662" y="5153"/>
                    <a:pt x="6659" y="3351"/>
                  </a:cubicBezTo>
                  <a:cubicBezTo>
                    <a:pt x="6705" y="1513"/>
                    <a:pt x="5228" y="18"/>
                    <a:pt x="3384" y="0"/>
                  </a:cubicBezTo>
                  <a:cubicBezTo>
                    <a:pt x="3372" y="0"/>
                    <a:pt x="3360" y="0"/>
                    <a:pt x="3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6"/>
            <p:cNvSpPr/>
            <p:nvPr/>
          </p:nvSpPr>
          <p:spPr>
            <a:xfrm>
              <a:off x="8430831" y="3332684"/>
              <a:ext cx="737585" cy="99536"/>
            </a:xfrm>
            <a:custGeom>
              <a:avLst/>
              <a:gdLst/>
              <a:ahLst/>
              <a:cxnLst/>
              <a:rect l="l" t="t" r="r" b="b"/>
              <a:pathLst>
                <a:path w="21638" h="2920" extrusionOk="0">
                  <a:moveTo>
                    <a:pt x="18326" y="0"/>
                  </a:moveTo>
                  <a:cubicBezTo>
                    <a:pt x="18075" y="0"/>
                    <a:pt x="17821" y="75"/>
                    <a:pt x="17567" y="207"/>
                  </a:cubicBezTo>
                  <a:cubicBezTo>
                    <a:pt x="17241" y="377"/>
                    <a:pt x="17004" y="637"/>
                    <a:pt x="16789" y="927"/>
                  </a:cubicBezTo>
                  <a:cubicBezTo>
                    <a:pt x="16541" y="1263"/>
                    <a:pt x="16304" y="1617"/>
                    <a:pt x="16016" y="1920"/>
                  </a:cubicBezTo>
                  <a:cubicBezTo>
                    <a:pt x="15800" y="2149"/>
                    <a:pt x="15545" y="2262"/>
                    <a:pt x="15289" y="2262"/>
                  </a:cubicBezTo>
                  <a:cubicBezTo>
                    <a:pt x="15037" y="2262"/>
                    <a:pt x="14783" y="2153"/>
                    <a:pt x="14562" y="1937"/>
                  </a:cubicBezTo>
                  <a:cubicBezTo>
                    <a:pt x="14367" y="1748"/>
                    <a:pt x="14221" y="1513"/>
                    <a:pt x="14051" y="1298"/>
                  </a:cubicBezTo>
                  <a:cubicBezTo>
                    <a:pt x="13844" y="1036"/>
                    <a:pt x="13665" y="745"/>
                    <a:pt x="13425" y="516"/>
                  </a:cubicBezTo>
                  <a:cubicBezTo>
                    <a:pt x="13070" y="178"/>
                    <a:pt x="12682" y="5"/>
                    <a:pt x="12289" y="5"/>
                  </a:cubicBezTo>
                  <a:cubicBezTo>
                    <a:pt x="11929" y="5"/>
                    <a:pt x="11565" y="149"/>
                    <a:pt x="11218" y="442"/>
                  </a:cubicBezTo>
                  <a:cubicBezTo>
                    <a:pt x="10998" y="629"/>
                    <a:pt x="10827" y="879"/>
                    <a:pt x="10645" y="1109"/>
                  </a:cubicBezTo>
                  <a:cubicBezTo>
                    <a:pt x="10460" y="1339"/>
                    <a:pt x="10299" y="1589"/>
                    <a:pt x="10119" y="1819"/>
                  </a:cubicBezTo>
                  <a:cubicBezTo>
                    <a:pt x="9905" y="2094"/>
                    <a:pt x="9589" y="2252"/>
                    <a:pt x="9268" y="2252"/>
                  </a:cubicBezTo>
                  <a:cubicBezTo>
                    <a:pt x="8989" y="2252"/>
                    <a:pt x="8706" y="2132"/>
                    <a:pt x="8483" y="1867"/>
                  </a:cubicBezTo>
                  <a:cubicBezTo>
                    <a:pt x="8294" y="1642"/>
                    <a:pt x="8127" y="1397"/>
                    <a:pt x="7945" y="1170"/>
                  </a:cubicBezTo>
                  <a:cubicBezTo>
                    <a:pt x="7748" y="927"/>
                    <a:pt x="7566" y="662"/>
                    <a:pt x="7334" y="452"/>
                  </a:cubicBezTo>
                  <a:cubicBezTo>
                    <a:pt x="7007" y="156"/>
                    <a:pt x="6634" y="14"/>
                    <a:pt x="6265" y="14"/>
                  </a:cubicBezTo>
                  <a:cubicBezTo>
                    <a:pt x="5877" y="14"/>
                    <a:pt x="5494" y="172"/>
                    <a:pt x="5175" y="475"/>
                  </a:cubicBezTo>
                  <a:cubicBezTo>
                    <a:pt x="4965" y="677"/>
                    <a:pt x="4786" y="910"/>
                    <a:pt x="4602" y="1142"/>
                  </a:cubicBezTo>
                  <a:cubicBezTo>
                    <a:pt x="4458" y="1321"/>
                    <a:pt x="4344" y="1523"/>
                    <a:pt x="4200" y="1705"/>
                  </a:cubicBezTo>
                  <a:cubicBezTo>
                    <a:pt x="3906" y="2088"/>
                    <a:pt x="3573" y="2257"/>
                    <a:pt x="3254" y="2257"/>
                  </a:cubicBezTo>
                  <a:cubicBezTo>
                    <a:pt x="2901" y="2257"/>
                    <a:pt x="2565" y="2051"/>
                    <a:pt x="2316" y="1700"/>
                  </a:cubicBezTo>
                  <a:cubicBezTo>
                    <a:pt x="2109" y="1410"/>
                    <a:pt x="1889" y="1124"/>
                    <a:pt x="1680" y="839"/>
                  </a:cubicBezTo>
                  <a:cubicBezTo>
                    <a:pt x="1440" y="511"/>
                    <a:pt x="1129" y="263"/>
                    <a:pt x="753" y="101"/>
                  </a:cubicBezTo>
                  <a:cubicBezTo>
                    <a:pt x="641" y="54"/>
                    <a:pt x="526" y="19"/>
                    <a:pt x="412" y="19"/>
                  </a:cubicBezTo>
                  <a:cubicBezTo>
                    <a:pt x="342" y="19"/>
                    <a:pt x="273" y="32"/>
                    <a:pt x="205" y="64"/>
                  </a:cubicBezTo>
                  <a:cubicBezTo>
                    <a:pt x="122" y="101"/>
                    <a:pt x="31" y="200"/>
                    <a:pt x="16" y="286"/>
                  </a:cubicBezTo>
                  <a:cubicBezTo>
                    <a:pt x="0" y="372"/>
                    <a:pt x="53" y="490"/>
                    <a:pt x="117" y="561"/>
                  </a:cubicBezTo>
                  <a:cubicBezTo>
                    <a:pt x="182" y="632"/>
                    <a:pt x="291" y="690"/>
                    <a:pt x="387" y="705"/>
                  </a:cubicBezTo>
                  <a:cubicBezTo>
                    <a:pt x="826" y="768"/>
                    <a:pt x="1079" y="1071"/>
                    <a:pt x="1314" y="1402"/>
                  </a:cubicBezTo>
                  <a:cubicBezTo>
                    <a:pt x="1470" y="1627"/>
                    <a:pt x="1619" y="1862"/>
                    <a:pt x="1796" y="2066"/>
                  </a:cubicBezTo>
                  <a:cubicBezTo>
                    <a:pt x="1973" y="2271"/>
                    <a:pt x="2162" y="2473"/>
                    <a:pt x="2379" y="2634"/>
                  </a:cubicBezTo>
                  <a:cubicBezTo>
                    <a:pt x="2639" y="2826"/>
                    <a:pt x="2946" y="2919"/>
                    <a:pt x="3256" y="2919"/>
                  </a:cubicBezTo>
                  <a:cubicBezTo>
                    <a:pt x="3565" y="2919"/>
                    <a:pt x="3877" y="2826"/>
                    <a:pt x="4147" y="2647"/>
                  </a:cubicBezTo>
                  <a:cubicBezTo>
                    <a:pt x="4473" y="2430"/>
                    <a:pt x="4680" y="2117"/>
                    <a:pt x="4912" y="1816"/>
                  </a:cubicBezTo>
                  <a:cubicBezTo>
                    <a:pt x="5117" y="1551"/>
                    <a:pt x="5316" y="1283"/>
                    <a:pt x="5531" y="1023"/>
                  </a:cubicBezTo>
                  <a:cubicBezTo>
                    <a:pt x="5705" y="808"/>
                    <a:pt x="5945" y="724"/>
                    <a:pt x="6220" y="724"/>
                  </a:cubicBezTo>
                  <a:cubicBezTo>
                    <a:pt x="6236" y="724"/>
                    <a:pt x="6252" y="725"/>
                    <a:pt x="6268" y="725"/>
                  </a:cubicBezTo>
                  <a:cubicBezTo>
                    <a:pt x="6287" y="724"/>
                    <a:pt x="6305" y="724"/>
                    <a:pt x="6323" y="724"/>
                  </a:cubicBezTo>
                  <a:cubicBezTo>
                    <a:pt x="6606" y="724"/>
                    <a:pt x="6858" y="818"/>
                    <a:pt x="7041" y="1043"/>
                  </a:cubicBezTo>
                  <a:cubicBezTo>
                    <a:pt x="7213" y="1255"/>
                    <a:pt x="7369" y="1478"/>
                    <a:pt x="7539" y="1692"/>
                  </a:cubicBezTo>
                  <a:cubicBezTo>
                    <a:pt x="7715" y="1925"/>
                    <a:pt x="7882" y="2170"/>
                    <a:pt x="8082" y="2384"/>
                  </a:cubicBezTo>
                  <a:cubicBezTo>
                    <a:pt x="8415" y="2740"/>
                    <a:pt x="8848" y="2911"/>
                    <a:pt x="9274" y="2911"/>
                  </a:cubicBezTo>
                  <a:cubicBezTo>
                    <a:pt x="9724" y="2911"/>
                    <a:pt x="10166" y="2721"/>
                    <a:pt x="10476" y="2354"/>
                  </a:cubicBezTo>
                  <a:cubicBezTo>
                    <a:pt x="10665" y="2129"/>
                    <a:pt x="10847" y="1899"/>
                    <a:pt x="11029" y="1667"/>
                  </a:cubicBezTo>
                  <a:cubicBezTo>
                    <a:pt x="11200" y="1452"/>
                    <a:pt x="11352" y="1225"/>
                    <a:pt x="11536" y="1028"/>
                  </a:cubicBezTo>
                  <a:cubicBezTo>
                    <a:pt x="11740" y="810"/>
                    <a:pt x="12007" y="699"/>
                    <a:pt x="12274" y="699"/>
                  </a:cubicBezTo>
                  <a:cubicBezTo>
                    <a:pt x="12529" y="699"/>
                    <a:pt x="12785" y="800"/>
                    <a:pt x="12988" y="1003"/>
                  </a:cubicBezTo>
                  <a:cubicBezTo>
                    <a:pt x="13211" y="1223"/>
                    <a:pt x="13385" y="1490"/>
                    <a:pt x="13582" y="1735"/>
                  </a:cubicBezTo>
                  <a:cubicBezTo>
                    <a:pt x="13794" y="1993"/>
                    <a:pt x="13993" y="2268"/>
                    <a:pt x="14233" y="2498"/>
                  </a:cubicBezTo>
                  <a:cubicBezTo>
                    <a:pt x="14521" y="2775"/>
                    <a:pt x="14909" y="2913"/>
                    <a:pt x="15295" y="2913"/>
                  </a:cubicBezTo>
                  <a:cubicBezTo>
                    <a:pt x="15703" y="2913"/>
                    <a:pt x="16110" y="2758"/>
                    <a:pt x="16395" y="2450"/>
                  </a:cubicBezTo>
                  <a:cubicBezTo>
                    <a:pt x="16595" y="2235"/>
                    <a:pt x="16774" y="2006"/>
                    <a:pt x="16958" y="1776"/>
                  </a:cubicBezTo>
                  <a:cubicBezTo>
                    <a:pt x="17140" y="1546"/>
                    <a:pt x="17314" y="1309"/>
                    <a:pt x="17491" y="1074"/>
                  </a:cubicBezTo>
                  <a:cubicBezTo>
                    <a:pt x="17698" y="798"/>
                    <a:pt x="17986" y="715"/>
                    <a:pt x="18322" y="715"/>
                  </a:cubicBezTo>
                  <a:cubicBezTo>
                    <a:pt x="18638" y="715"/>
                    <a:pt x="18898" y="826"/>
                    <a:pt x="19092" y="1071"/>
                  </a:cubicBezTo>
                  <a:cubicBezTo>
                    <a:pt x="19324" y="1367"/>
                    <a:pt x="19554" y="1667"/>
                    <a:pt x="19774" y="1978"/>
                  </a:cubicBezTo>
                  <a:cubicBezTo>
                    <a:pt x="19994" y="2291"/>
                    <a:pt x="20256" y="2559"/>
                    <a:pt x="20590" y="2748"/>
                  </a:cubicBezTo>
                  <a:cubicBezTo>
                    <a:pt x="20753" y="2841"/>
                    <a:pt x="20926" y="2902"/>
                    <a:pt x="21105" y="2902"/>
                  </a:cubicBezTo>
                  <a:cubicBezTo>
                    <a:pt x="21212" y="2902"/>
                    <a:pt x="21322" y="2880"/>
                    <a:pt x="21433" y="2829"/>
                  </a:cubicBezTo>
                  <a:cubicBezTo>
                    <a:pt x="21610" y="2751"/>
                    <a:pt x="21638" y="2531"/>
                    <a:pt x="21481" y="2422"/>
                  </a:cubicBezTo>
                  <a:cubicBezTo>
                    <a:pt x="21378" y="2354"/>
                    <a:pt x="21264" y="2286"/>
                    <a:pt x="21145" y="2256"/>
                  </a:cubicBezTo>
                  <a:cubicBezTo>
                    <a:pt x="20713" y="2132"/>
                    <a:pt x="20431" y="1841"/>
                    <a:pt x="20193" y="1478"/>
                  </a:cubicBezTo>
                  <a:cubicBezTo>
                    <a:pt x="20044" y="1250"/>
                    <a:pt x="19893" y="1018"/>
                    <a:pt x="19711" y="819"/>
                  </a:cubicBezTo>
                  <a:cubicBezTo>
                    <a:pt x="19514" y="606"/>
                    <a:pt x="19297" y="402"/>
                    <a:pt x="19057" y="238"/>
                  </a:cubicBezTo>
                  <a:cubicBezTo>
                    <a:pt x="18818" y="73"/>
                    <a:pt x="18574" y="0"/>
                    <a:pt x="18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6"/>
            <p:cNvSpPr/>
            <p:nvPr/>
          </p:nvSpPr>
          <p:spPr>
            <a:xfrm>
              <a:off x="852475" y="-50283"/>
              <a:ext cx="738131" cy="99467"/>
            </a:xfrm>
            <a:custGeom>
              <a:avLst/>
              <a:gdLst/>
              <a:ahLst/>
              <a:cxnLst/>
              <a:rect l="l" t="t" r="r" b="b"/>
              <a:pathLst>
                <a:path w="21654" h="2918" extrusionOk="0">
                  <a:moveTo>
                    <a:pt x="6311" y="1"/>
                  </a:moveTo>
                  <a:cubicBezTo>
                    <a:pt x="6155" y="1"/>
                    <a:pt x="5999" y="32"/>
                    <a:pt x="5842" y="94"/>
                  </a:cubicBezTo>
                  <a:cubicBezTo>
                    <a:pt x="5463" y="245"/>
                    <a:pt x="5145" y="473"/>
                    <a:pt x="4903" y="809"/>
                  </a:cubicBezTo>
                  <a:cubicBezTo>
                    <a:pt x="4680" y="1114"/>
                    <a:pt x="4466" y="1427"/>
                    <a:pt x="4223" y="1715"/>
                  </a:cubicBezTo>
                  <a:cubicBezTo>
                    <a:pt x="4079" y="1884"/>
                    <a:pt x="3895" y="2036"/>
                    <a:pt x="3708" y="2162"/>
                  </a:cubicBezTo>
                  <a:cubicBezTo>
                    <a:pt x="3585" y="2245"/>
                    <a:pt x="3457" y="2283"/>
                    <a:pt x="3326" y="2283"/>
                  </a:cubicBezTo>
                  <a:cubicBezTo>
                    <a:pt x="3197" y="2283"/>
                    <a:pt x="3066" y="2246"/>
                    <a:pt x="2933" y="2177"/>
                  </a:cubicBezTo>
                  <a:cubicBezTo>
                    <a:pt x="2703" y="2061"/>
                    <a:pt x="2514" y="1900"/>
                    <a:pt x="2362" y="1695"/>
                  </a:cubicBezTo>
                  <a:cubicBezTo>
                    <a:pt x="2150" y="1407"/>
                    <a:pt x="1938" y="1122"/>
                    <a:pt x="1731" y="831"/>
                  </a:cubicBezTo>
                  <a:cubicBezTo>
                    <a:pt x="1461" y="458"/>
                    <a:pt x="1107" y="208"/>
                    <a:pt x="678" y="64"/>
                  </a:cubicBezTo>
                  <a:cubicBezTo>
                    <a:pt x="584" y="32"/>
                    <a:pt x="479" y="22"/>
                    <a:pt x="376" y="22"/>
                  </a:cubicBezTo>
                  <a:cubicBezTo>
                    <a:pt x="353" y="22"/>
                    <a:pt x="331" y="22"/>
                    <a:pt x="309" y="23"/>
                  </a:cubicBezTo>
                  <a:cubicBezTo>
                    <a:pt x="160" y="23"/>
                    <a:pt x="94" y="142"/>
                    <a:pt x="51" y="263"/>
                  </a:cubicBezTo>
                  <a:cubicBezTo>
                    <a:pt x="1" y="402"/>
                    <a:pt x="77" y="508"/>
                    <a:pt x="173" y="591"/>
                  </a:cubicBezTo>
                  <a:cubicBezTo>
                    <a:pt x="236" y="642"/>
                    <a:pt x="322" y="685"/>
                    <a:pt x="400" y="692"/>
                  </a:cubicBezTo>
                  <a:cubicBezTo>
                    <a:pt x="796" y="730"/>
                    <a:pt x="1041" y="978"/>
                    <a:pt x="1264" y="1268"/>
                  </a:cubicBezTo>
                  <a:cubicBezTo>
                    <a:pt x="1390" y="1437"/>
                    <a:pt x="1498" y="1614"/>
                    <a:pt x="1632" y="1778"/>
                  </a:cubicBezTo>
                  <a:cubicBezTo>
                    <a:pt x="1827" y="2021"/>
                    <a:pt x="2034" y="2263"/>
                    <a:pt x="2246" y="2493"/>
                  </a:cubicBezTo>
                  <a:cubicBezTo>
                    <a:pt x="2480" y="2746"/>
                    <a:pt x="2890" y="2899"/>
                    <a:pt x="3313" y="2899"/>
                  </a:cubicBezTo>
                  <a:cubicBezTo>
                    <a:pt x="3693" y="2899"/>
                    <a:pt x="4083" y="2776"/>
                    <a:pt x="4367" y="2490"/>
                  </a:cubicBezTo>
                  <a:cubicBezTo>
                    <a:pt x="4602" y="2253"/>
                    <a:pt x="4809" y="1985"/>
                    <a:pt x="5019" y="1728"/>
                  </a:cubicBezTo>
                  <a:cubicBezTo>
                    <a:pt x="5203" y="1501"/>
                    <a:pt x="5377" y="1263"/>
                    <a:pt x="5559" y="1033"/>
                  </a:cubicBezTo>
                  <a:cubicBezTo>
                    <a:pt x="5736" y="814"/>
                    <a:pt x="5965" y="707"/>
                    <a:pt x="6235" y="707"/>
                  </a:cubicBezTo>
                  <a:cubicBezTo>
                    <a:pt x="6269" y="707"/>
                    <a:pt x="6304" y="709"/>
                    <a:pt x="6340" y="713"/>
                  </a:cubicBezTo>
                  <a:cubicBezTo>
                    <a:pt x="6371" y="709"/>
                    <a:pt x="6402" y="708"/>
                    <a:pt x="6432" y="708"/>
                  </a:cubicBezTo>
                  <a:cubicBezTo>
                    <a:pt x="6662" y="708"/>
                    <a:pt x="6857" y="802"/>
                    <a:pt x="7009" y="998"/>
                  </a:cubicBezTo>
                  <a:cubicBezTo>
                    <a:pt x="7211" y="1238"/>
                    <a:pt x="7400" y="1490"/>
                    <a:pt x="7602" y="1730"/>
                  </a:cubicBezTo>
                  <a:cubicBezTo>
                    <a:pt x="7830" y="2006"/>
                    <a:pt x="8049" y="2286"/>
                    <a:pt x="8297" y="2541"/>
                  </a:cubicBezTo>
                  <a:cubicBezTo>
                    <a:pt x="8533" y="2784"/>
                    <a:pt x="8930" y="2918"/>
                    <a:pt x="9331" y="2918"/>
                  </a:cubicBezTo>
                  <a:cubicBezTo>
                    <a:pt x="9698" y="2918"/>
                    <a:pt x="10068" y="2806"/>
                    <a:pt x="10322" y="2564"/>
                  </a:cubicBezTo>
                  <a:cubicBezTo>
                    <a:pt x="10534" y="2364"/>
                    <a:pt x="10731" y="2139"/>
                    <a:pt x="10913" y="1912"/>
                  </a:cubicBezTo>
                  <a:cubicBezTo>
                    <a:pt x="11110" y="1670"/>
                    <a:pt x="11282" y="1405"/>
                    <a:pt x="11476" y="1155"/>
                  </a:cubicBezTo>
                  <a:cubicBezTo>
                    <a:pt x="11709" y="859"/>
                    <a:pt x="12028" y="715"/>
                    <a:pt x="12343" y="715"/>
                  </a:cubicBezTo>
                  <a:cubicBezTo>
                    <a:pt x="12668" y="715"/>
                    <a:pt x="12988" y="868"/>
                    <a:pt x="13201" y="1165"/>
                  </a:cubicBezTo>
                  <a:cubicBezTo>
                    <a:pt x="13385" y="1420"/>
                    <a:pt x="13565" y="1680"/>
                    <a:pt x="13762" y="1925"/>
                  </a:cubicBezTo>
                  <a:cubicBezTo>
                    <a:pt x="13928" y="2137"/>
                    <a:pt x="14108" y="2347"/>
                    <a:pt x="14300" y="2536"/>
                  </a:cubicBezTo>
                  <a:cubicBezTo>
                    <a:pt x="14551" y="2780"/>
                    <a:pt x="14940" y="2918"/>
                    <a:pt x="15339" y="2918"/>
                  </a:cubicBezTo>
                  <a:cubicBezTo>
                    <a:pt x="15712" y="2918"/>
                    <a:pt x="16093" y="2797"/>
                    <a:pt x="16378" y="2528"/>
                  </a:cubicBezTo>
                  <a:cubicBezTo>
                    <a:pt x="16590" y="2326"/>
                    <a:pt x="16772" y="2094"/>
                    <a:pt x="16956" y="1867"/>
                  </a:cubicBezTo>
                  <a:cubicBezTo>
                    <a:pt x="17166" y="1604"/>
                    <a:pt x="17360" y="1329"/>
                    <a:pt x="17567" y="1064"/>
                  </a:cubicBezTo>
                  <a:cubicBezTo>
                    <a:pt x="17753" y="826"/>
                    <a:pt x="18050" y="709"/>
                    <a:pt x="18345" y="709"/>
                  </a:cubicBezTo>
                  <a:cubicBezTo>
                    <a:pt x="18643" y="709"/>
                    <a:pt x="18939" y="829"/>
                    <a:pt x="19118" y="1064"/>
                  </a:cubicBezTo>
                  <a:cubicBezTo>
                    <a:pt x="19333" y="1349"/>
                    <a:pt x="19552" y="1629"/>
                    <a:pt x="19764" y="1917"/>
                  </a:cubicBezTo>
                  <a:cubicBezTo>
                    <a:pt x="19964" y="2187"/>
                    <a:pt x="20171" y="2450"/>
                    <a:pt x="20454" y="2645"/>
                  </a:cubicBezTo>
                  <a:cubicBezTo>
                    <a:pt x="20684" y="2804"/>
                    <a:pt x="20941" y="2884"/>
                    <a:pt x="21217" y="2905"/>
                  </a:cubicBezTo>
                  <a:cubicBezTo>
                    <a:pt x="21226" y="2905"/>
                    <a:pt x="21236" y="2905"/>
                    <a:pt x="21245" y="2905"/>
                  </a:cubicBezTo>
                  <a:cubicBezTo>
                    <a:pt x="21459" y="2905"/>
                    <a:pt x="21653" y="2772"/>
                    <a:pt x="21646" y="2624"/>
                  </a:cubicBezTo>
                  <a:cubicBezTo>
                    <a:pt x="21641" y="2450"/>
                    <a:pt x="21507" y="2377"/>
                    <a:pt x="21368" y="2321"/>
                  </a:cubicBezTo>
                  <a:cubicBezTo>
                    <a:pt x="21307" y="2299"/>
                    <a:pt x="21244" y="2296"/>
                    <a:pt x="21186" y="2273"/>
                  </a:cubicBezTo>
                  <a:cubicBezTo>
                    <a:pt x="20838" y="2152"/>
                    <a:pt x="20555" y="1948"/>
                    <a:pt x="20345" y="1642"/>
                  </a:cubicBezTo>
                  <a:cubicBezTo>
                    <a:pt x="20204" y="1432"/>
                    <a:pt x="20067" y="1218"/>
                    <a:pt x="19911" y="1023"/>
                  </a:cubicBezTo>
                  <a:cubicBezTo>
                    <a:pt x="19742" y="809"/>
                    <a:pt x="19575" y="581"/>
                    <a:pt x="19363" y="417"/>
                  </a:cubicBezTo>
                  <a:cubicBezTo>
                    <a:pt x="19037" y="162"/>
                    <a:pt x="18698" y="14"/>
                    <a:pt x="18345" y="14"/>
                  </a:cubicBezTo>
                  <a:cubicBezTo>
                    <a:pt x="18107" y="14"/>
                    <a:pt x="17862" y="81"/>
                    <a:pt x="17610" y="228"/>
                  </a:cubicBezTo>
                  <a:cubicBezTo>
                    <a:pt x="17292" y="415"/>
                    <a:pt x="17050" y="662"/>
                    <a:pt x="16827" y="945"/>
                  </a:cubicBezTo>
                  <a:cubicBezTo>
                    <a:pt x="16686" y="1124"/>
                    <a:pt x="16572" y="1329"/>
                    <a:pt x="16428" y="1508"/>
                  </a:cubicBezTo>
                  <a:cubicBezTo>
                    <a:pt x="16269" y="1705"/>
                    <a:pt x="16113" y="1907"/>
                    <a:pt x="15916" y="2059"/>
                  </a:cubicBezTo>
                  <a:cubicBezTo>
                    <a:pt x="15710" y="2218"/>
                    <a:pt x="15525" y="2298"/>
                    <a:pt x="15338" y="2298"/>
                  </a:cubicBezTo>
                  <a:cubicBezTo>
                    <a:pt x="15156" y="2298"/>
                    <a:pt x="14972" y="2221"/>
                    <a:pt x="14767" y="2069"/>
                  </a:cubicBezTo>
                  <a:cubicBezTo>
                    <a:pt x="14585" y="1932"/>
                    <a:pt x="14428" y="1753"/>
                    <a:pt x="14284" y="1576"/>
                  </a:cubicBezTo>
                  <a:cubicBezTo>
                    <a:pt x="14138" y="1400"/>
                    <a:pt x="14032" y="1190"/>
                    <a:pt x="13890" y="1008"/>
                  </a:cubicBezTo>
                  <a:cubicBezTo>
                    <a:pt x="13734" y="809"/>
                    <a:pt x="13587" y="594"/>
                    <a:pt x="13390" y="442"/>
                  </a:cubicBezTo>
                  <a:cubicBezTo>
                    <a:pt x="13021" y="153"/>
                    <a:pt x="12677" y="5"/>
                    <a:pt x="12332" y="5"/>
                  </a:cubicBezTo>
                  <a:cubicBezTo>
                    <a:pt x="11991" y="5"/>
                    <a:pt x="11648" y="150"/>
                    <a:pt x="11279" y="445"/>
                  </a:cubicBezTo>
                  <a:cubicBezTo>
                    <a:pt x="11102" y="584"/>
                    <a:pt x="10961" y="776"/>
                    <a:pt x="10817" y="958"/>
                  </a:cubicBezTo>
                  <a:cubicBezTo>
                    <a:pt x="10623" y="1203"/>
                    <a:pt x="10456" y="1475"/>
                    <a:pt x="10249" y="1710"/>
                  </a:cubicBezTo>
                  <a:cubicBezTo>
                    <a:pt x="10102" y="1884"/>
                    <a:pt x="9921" y="2036"/>
                    <a:pt x="9731" y="2162"/>
                  </a:cubicBezTo>
                  <a:cubicBezTo>
                    <a:pt x="9598" y="2251"/>
                    <a:pt x="9456" y="2298"/>
                    <a:pt x="9314" y="2298"/>
                  </a:cubicBezTo>
                  <a:cubicBezTo>
                    <a:pt x="9175" y="2298"/>
                    <a:pt x="9036" y="2252"/>
                    <a:pt x="8905" y="2157"/>
                  </a:cubicBezTo>
                  <a:cubicBezTo>
                    <a:pt x="8688" y="1996"/>
                    <a:pt x="8481" y="1809"/>
                    <a:pt x="8309" y="1604"/>
                  </a:cubicBezTo>
                  <a:cubicBezTo>
                    <a:pt x="8090" y="1349"/>
                    <a:pt x="7910" y="1064"/>
                    <a:pt x="7716" y="788"/>
                  </a:cubicBezTo>
                  <a:cubicBezTo>
                    <a:pt x="7471" y="453"/>
                    <a:pt x="7138" y="243"/>
                    <a:pt x="6761" y="91"/>
                  </a:cubicBezTo>
                  <a:cubicBezTo>
                    <a:pt x="6612" y="30"/>
                    <a:pt x="6462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6"/>
            <p:cNvSpPr/>
            <p:nvPr/>
          </p:nvSpPr>
          <p:spPr>
            <a:xfrm>
              <a:off x="6827093" y="4446255"/>
              <a:ext cx="736051" cy="99433"/>
            </a:xfrm>
            <a:custGeom>
              <a:avLst/>
              <a:gdLst/>
              <a:ahLst/>
              <a:cxnLst/>
              <a:rect l="l" t="t" r="r" b="b"/>
              <a:pathLst>
                <a:path w="21593" h="2917" extrusionOk="0">
                  <a:moveTo>
                    <a:pt x="12258" y="1"/>
                  </a:moveTo>
                  <a:cubicBezTo>
                    <a:pt x="11853" y="1"/>
                    <a:pt x="11451" y="159"/>
                    <a:pt x="11137" y="471"/>
                  </a:cubicBezTo>
                  <a:cubicBezTo>
                    <a:pt x="10900" y="709"/>
                    <a:pt x="10713" y="994"/>
                    <a:pt x="10501" y="1254"/>
                  </a:cubicBezTo>
                  <a:cubicBezTo>
                    <a:pt x="10319" y="1482"/>
                    <a:pt x="10134" y="1714"/>
                    <a:pt x="9945" y="1936"/>
                  </a:cubicBezTo>
                  <a:cubicBezTo>
                    <a:pt x="9788" y="2122"/>
                    <a:pt x="9525" y="2217"/>
                    <a:pt x="9260" y="2217"/>
                  </a:cubicBezTo>
                  <a:cubicBezTo>
                    <a:pt x="8985" y="2217"/>
                    <a:pt x="8707" y="2115"/>
                    <a:pt x="8538" y="1908"/>
                  </a:cubicBezTo>
                  <a:cubicBezTo>
                    <a:pt x="8417" y="1764"/>
                    <a:pt x="8291" y="1620"/>
                    <a:pt x="8177" y="1474"/>
                  </a:cubicBezTo>
                  <a:cubicBezTo>
                    <a:pt x="7973" y="1204"/>
                    <a:pt x="7783" y="926"/>
                    <a:pt x="7576" y="666"/>
                  </a:cubicBezTo>
                  <a:cubicBezTo>
                    <a:pt x="7222" y="220"/>
                    <a:pt x="6725" y="8"/>
                    <a:pt x="6240" y="8"/>
                  </a:cubicBezTo>
                  <a:cubicBezTo>
                    <a:pt x="5786" y="8"/>
                    <a:pt x="5343" y="195"/>
                    <a:pt x="5041" y="552"/>
                  </a:cubicBezTo>
                  <a:cubicBezTo>
                    <a:pt x="4836" y="792"/>
                    <a:pt x="4652" y="1047"/>
                    <a:pt x="4457" y="1292"/>
                  </a:cubicBezTo>
                  <a:cubicBezTo>
                    <a:pt x="4288" y="1507"/>
                    <a:pt x="4134" y="1739"/>
                    <a:pt x="3942" y="1923"/>
                  </a:cubicBezTo>
                  <a:cubicBezTo>
                    <a:pt x="3729" y="2129"/>
                    <a:pt x="3485" y="2233"/>
                    <a:pt x="3241" y="2233"/>
                  </a:cubicBezTo>
                  <a:cubicBezTo>
                    <a:pt x="2998" y="2233"/>
                    <a:pt x="2754" y="2129"/>
                    <a:pt x="2541" y="1921"/>
                  </a:cubicBezTo>
                  <a:cubicBezTo>
                    <a:pt x="2316" y="1704"/>
                    <a:pt x="2149" y="1431"/>
                    <a:pt x="1950" y="1189"/>
                  </a:cubicBezTo>
                  <a:cubicBezTo>
                    <a:pt x="1722" y="913"/>
                    <a:pt x="1498" y="641"/>
                    <a:pt x="1253" y="380"/>
                  </a:cubicBezTo>
                  <a:cubicBezTo>
                    <a:pt x="1025" y="141"/>
                    <a:pt x="722" y="47"/>
                    <a:pt x="397" y="29"/>
                  </a:cubicBezTo>
                  <a:cubicBezTo>
                    <a:pt x="389" y="29"/>
                    <a:pt x="381" y="29"/>
                    <a:pt x="373" y="29"/>
                  </a:cubicBezTo>
                  <a:cubicBezTo>
                    <a:pt x="298" y="29"/>
                    <a:pt x="216" y="41"/>
                    <a:pt x="154" y="75"/>
                  </a:cubicBezTo>
                  <a:cubicBezTo>
                    <a:pt x="89" y="113"/>
                    <a:pt x="5" y="191"/>
                    <a:pt x="3" y="254"/>
                  </a:cubicBezTo>
                  <a:cubicBezTo>
                    <a:pt x="0" y="345"/>
                    <a:pt x="43" y="456"/>
                    <a:pt x="101" y="529"/>
                  </a:cubicBezTo>
                  <a:cubicBezTo>
                    <a:pt x="147" y="585"/>
                    <a:pt x="243" y="618"/>
                    <a:pt x="321" y="636"/>
                  </a:cubicBezTo>
                  <a:cubicBezTo>
                    <a:pt x="710" y="731"/>
                    <a:pt x="988" y="976"/>
                    <a:pt x="1220" y="1287"/>
                  </a:cubicBezTo>
                  <a:cubicBezTo>
                    <a:pt x="1334" y="1439"/>
                    <a:pt x="1440" y="1595"/>
                    <a:pt x="1556" y="1744"/>
                  </a:cubicBezTo>
                  <a:cubicBezTo>
                    <a:pt x="1738" y="1974"/>
                    <a:pt x="1899" y="2234"/>
                    <a:pt x="2121" y="2418"/>
                  </a:cubicBezTo>
                  <a:cubicBezTo>
                    <a:pt x="2489" y="2735"/>
                    <a:pt x="2857" y="2915"/>
                    <a:pt x="3239" y="2915"/>
                  </a:cubicBezTo>
                  <a:cubicBezTo>
                    <a:pt x="3473" y="2915"/>
                    <a:pt x="3712" y="2847"/>
                    <a:pt x="3960" y="2701"/>
                  </a:cubicBezTo>
                  <a:cubicBezTo>
                    <a:pt x="4238" y="2537"/>
                    <a:pt x="4475" y="2340"/>
                    <a:pt x="4667" y="2088"/>
                  </a:cubicBezTo>
                  <a:cubicBezTo>
                    <a:pt x="4869" y="1820"/>
                    <a:pt x="5056" y="1542"/>
                    <a:pt x="5268" y="1279"/>
                  </a:cubicBezTo>
                  <a:cubicBezTo>
                    <a:pt x="5397" y="1120"/>
                    <a:pt x="5546" y="964"/>
                    <a:pt x="5713" y="840"/>
                  </a:cubicBezTo>
                  <a:cubicBezTo>
                    <a:pt x="5904" y="701"/>
                    <a:pt x="6087" y="629"/>
                    <a:pt x="6268" y="629"/>
                  </a:cubicBezTo>
                  <a:cubicBezTo>
                    <a:pt x="6466" y="629"/>
                    <a:pt x="6661" y="716"/>
                    <a:pt x="6857" y="893"/>
                  </a:cubicBezTo>
                  <a:cubicBezTo>
                    <a:pt x="7089" y="1100"/>
                    <a:pt x="7268" y="1365"/>
                    <a:pt x="7470" y="1605"/>
                  </a:cubicBezTo>
                  <a:cubicBezTo>
                    <a:pt x="7697" y="1878"/>
                    <a:pt x="7897" y="2181"/>
                    <a:pt x="8152" y="2426"/>
                  </a:cubicBezTo>
                  <a:cubicBezTo>
                    <a:pt x="8495" y="2756"/>
                    <a:pt x="8827" y="2911"/>
                    <a:pt x="9190" y="2911"/>
                  </a:cubicBezTo>
                  <a:cubicBezTo>
                    <a:pt x="9439" y="2911"/>
                    <a:pt x="9703" y="2838"/>
                    <a:pt x="9996" y="2699"/>
                  </a:cubicBezTo>
                  <a:cubicBezTo>
                    <a:pt x="10253" y="2575"/>
                    <a:pt x="10448" y="2388"/>
                    <a:pt x="10614" y="2173"/>
                  </a:cubicBezTo>
                  <a:cubicBezTo>
                    <a:pt x="10837" y="1893"/>
                    <a:pt x="11039" y="1600"/>
                    <a:pt x="11251" y="1312"/>
                  </a:cubicBezTo>
                  <a:cubicBezTo>
                    <a:pt x="11427" y="1072"/>
                    <a:pt x="11642" y="873"/>
                    <a:pt x="11907" y="734"/>
                  </a:cubicBezTo>
                  <a:cubicBezTo>
                    <a:pt x="12028" y="670"/>
                    <a:pt x="12150" y="639"/>
                    <a:pt x="12272" y="639"/>
                  </a:cubicBezTo>
                  <a:cubicBezTo>
                    <a:pt x="12392" y="639"/>
                    <a:pt x="12512" y="669"/>
                    <a:pt x="12632" y="729"/>
                  </a:cubicBezTo>
                  <a:cubicBezTo>
                    <a:pt x="12862" y="840"/>
                    <a:pt x="13056" y="999"/>
                    <a:pt x="13208" y="1209"/>
                  </a:cubicBezTo>
                  <a:cubicBezTo>
                    <a:pt x="13364" y="1428"/>
                    <a:pt x="13516" y="1658"/>
                    <a:pt x="13688" y="1870"/>
                  </a:cubicBezTo>
                  <a:cubicBezTo>
                    <a:pt x="13869" y="2098"/>
                    <a:pt x="14049" y="2340"/>
                    <a:pt x="14276" y="2517"/>
                  </a:cubicBezTo>
                  <a:cubicBezTo>
                    <a:pt x="14585" y="2761"/>
                    <a:pt x="14914" y="2916"/>
                    <a:pt x="15267" y="2916"/>
                  </a:cubicBezTo>
                  <a:cubicBezTo>
                    <a:pt x="15473" y="2916"/>
                    <a:pt x="15688" y="2863"/>
                    <a:pt x="15913" y="2744"/>
                  </a:cubicBezTo>
                  <a:cubicBezTo>
                    <a:pt x="16157" y="2613"/>
                    <a:pt x="16382" y="2464"/>
                    <a:pt x="16556" y="2252"/>
                  </a:cubicBezTo>
                  <a:cubicBezTo>
                    <a:pt x="16769" y="1994"/>
                    <a:pt x="16963" y="1719"/>
                    <a:pt x="17160" y="1446"/>
                  </a:cubicBezTo>
                  <a:cubicBezTo>
                    <a:pt x="17344" y="1191"/>
                    <a:pt x="17534" y="939"/>
                    <a:pt x="17822" y="787"/>
                  </a:cubicBezTo>
                  <a:cubicBezTo>
                    <a:pt x="17968" y="711"/>
                    <a:pt x="18125" y="668"/>
                    <a:pt x="18213" y="633"/>
                  </a:cubicBezTo>
                  <a:cubicBezTo>
                    <a:pt x="18627" y="661"/>
                    <a:pt x="18895" y="825"/>
                    <a:pt x="19105" y="1065"/>
                  </a:cubicBezTo>
                  <a:cubicBezTo>
                    <a:pt x="19307" y="1305"/>
                    <a:pt x="19476" y="1575"/>
                    <a:pt x="19673" y="1820"/>
                  </a:cubicBezTo>
                  <a:cubicBezTo>
                    <a:pt x="19839" y="2035"/>
                    <a:pt x="20009" y="2247"/>
                    <a:pt x="20198" y="2441"/>
                  </a:cubicBezTo>
                  <a:cubicBezTo>
                    <a:pt x="20438" y="2691"/>
                    <a:pt x="20764" y="2802"/>
                    <a:pt x="21087" y="2893"/>
                  </a:cubicBezTo>
                  <a:cubicBezTo>
                    <a:pt x="21112" y="2901"/>
                    <a:pt x="21138" y="2904"/>
                    <a:pt x="21165" y="2904"/>
                  </a:cubicBezTo>
                  <a:cubicBezTo>
                    <a:pt x="21343" y="2904"/>
                    <a:pt x="21538" y="2746"/>
                    <a:pt x="21567" y="2585"/>
                  </a:cubicBezTo>
                  <a:cubicBezTo>
                    <a:pt x="21592" y="2441"/>
                    <a:pt x="21473" y="2310"/>
                    <a:pt x="21264" y="2234"/>
                  </a:cubicBezTo>
                  <a:cubicBezTo>
                    <a:pt x="21244" y="2224"/>
                    <a:pt x="21221" y="2214"/>
                    <a:pt x="21203" y="2214"/>
                  </a:cubicBezTo>
                  <a:cubicBezTo>
                    <a:pt x="20802" y="2194"/>
                    <a:pt x="20562" y="1928"/>
                    <a:pt x="20334" y="1646"/>
                  </a:cubicBezTo>
                  <a:cubicBezTo>
                    <a:pt x="20165" y="1436"/>
                    <a:pt x="20026" y="1199"/>
                    <a:pt x="19852" y="987"/>
                  </a:cubicBezTo>
                  <a:cubicBezTo>
                    <a:pt x="19668" y="762"/>
                    <a:pt x="19466" y="545"/>
                    <a:pt x="19261" y="340"/>
                  </a:cubicBezTo>
                  <a:cubicBezTo>
                    <a:pt x="19049" y="127"/>
                    <a:pt x="18662" y="13"/>
                    <a:pt x="18272" y="13"/>
                  </a:cubicBezTo>
                  <a:cubicBezTo>
                    <a:pt x="17892" y="13"/>
                    <a:pt x="17509" y="121"/>
                    <a:pt x="17279" y="353"/>
                  </a:cubicBezTo>
                  <a:cubicBezTo>
                    <a:pt x="17059" y="572"/>
                    <a:pt x="16860" y="817"/>
                    <a:pt x="16657" y="1057"/>
                  </a:cubicBezTo>
                  <a:cubicBezTo>
                    <a:pt x="16418" y="1348"/>
                    <a:pt x="16208" y="1668"/>
                    <a:pt x="15943" y="1934"/>
                  </a:cubicBezTo>
                  <a:cubicBezTo>
                    <a:pt x="15746" y="2131"/>
                    <a:pt x="15513" y="2229"/>
                    <a:pt x="15279" y="2229"/>
                  </a:cubicBezTo>
                  <a:cubicBezTo>
                    <a:pt x="15041" y="2229"/>
                    <a:pt x="14802" y="2128"/>
                    <a:pt x="14599" y="1928"/>
                  </a:cubicBezTo>
                  <a:cubicBezTo>
                    <a:pt x="14362" y="1694"/>
                    <a:pt x="14175" y="1411"/>
                    <a:pt x="13960" y="1151"/>
                  </a:cubicBezTo>
                  <a:cubicBezTo>
                    <a:pt x="13751" y="896"/>
                    <a:pt x="13554" y="610"/>
                    <a:pt x="13304" y="396"/>
                  </a:cubicBezTo>
                  <a:cubicBezTo>
                    <a:pt x="12996" y="131"/>
                    <a:pt x="12626" y="1"/>
                    <a:pt x="12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6"/>
            <p:cNvSpPr/>
            <p:nvPr/>
          </p:nvSpPr>
          <p:spPr>
            <a:xfrm>
              <a:off x="361302" y="4180297"/>
              <a:ext cx="126669" cy="122647"/>
            </a:xfrm>
            <a:custGeom>
              <a:avLst/>
              <a:gdLst/>
              <a:ahLst/>
              <a:cxnLst/>
              <a:rect l="l" t="t" r="r" b="b"/>
              <a:pathLst>
                <a:path w="3716" h="3598" extrusionOk="0">
                  <a:moveTo>
                    <a:pt x="3355" y="1"/>
                  </a:moveTo>
                  <a:cubicBezTo>
                    <a:pt x="3288" y="1"/>
                    <a:pt x="3214" y="39"/>
                    <a:pt x="3120" y="108"/>
                  </a:cubicBezTo>
                  <a:cubicBezTo>
                    <a:pt x="3004" y="197"/>
                    <a:pt x="2895" y="300"/>
                    <a:pt x="2791" y="401"/>
                  </a:cubicBezTo>
                  <a:cubicBezTo>
                    <a:pt x="2625" y="560"/>
                    <a:pt x="2466" y="729"/>
                    <a:pt x="2299" y="888"/>
                  </a:cubicBezTo>
                  <a:cubicBezTo>
                    <a:pt x="2120" y="1056"/>
                    <a:pt x="1994" y="1139"/>
                    <a:pt x="1870" y="1139"/>
                  </a:cubicBezTo>
                  <a:cubicBezTo>
                    <a:pt x="1746" y="1139"/>
                    <a:pt x="1624" y="1057"/>
                    <a:pt x="1453" y="894"/>
                  </a:cubicBezTo>
                  <a:cubicBezTo>
                    <a:pt x="1256" y="704"/>
                    <a:pt x="1067" y="507"/>
                    <a:pt x="872" y="318"/>
                  </a:cubicBezTo>
                  <a:cubicBezTo>
                    <a:pt x="784" y="229"/>
                    <a:pt x="688" y="143"/>
                    <a:pt x="587" y="70"/>
                  </a:cubicBezTo>
                  <a:cubicBezTo>
                    <a:pt x="522" y="24"/>
                    <a:pt x="461" y="1"/>
                    <a:pt x="401" y="1"/>
                  </a:cubicBezTo>
                  <a:cubicBezTo>
                    <a:pt x="329" y="1"/>
                    <a:pt x="260" y="34"/>
                    <a:pt x="190" y="98"/>
                  </a:cubicBezTo>
                  <a:cubicBezTo>
                    <a:pt x="64" y="217"/>
                    <a:pt x="39" y="346"/>
                    <a:pt x="158" y="487"/>
                  </a:cubicBezTo>
                  <a:cubicBezTo>
                    <a:pt x="385" y="760"/>
                    <a:pt x="630" y="1020"/>
                    <a:pt x="877" y="1272"/>
                  </a:cubicBezTo>
                  <a:cubicBezTo>
                    <a:pt x="1339" y="1737"/>
                    <a:pt x="1344" y="1825"/>
                    <a:pt x="895" y="2290"/>
                  </a:cubicBezTo>
                  <a:cubicBezTo>
                    <a:pt x="675" y="2515"/>
                    <a:pt x="443" y="2727"/>
                    <a:pt x="241" y="2969"/>
                  </a:cubicBezTo>
                  <a:cubicBezTo>
                    <a:pt x="1" y="3252"/>
                    <a:pt x="36" y="3358"/>
                    <a:pt x="392" y="3591"/>
                  </a:cubicBezTo>
                  <a:cubicBezTo>
                    <a:pt x="635" y="3543"/>
                    <a:pt x="786" y="3363"/>
                    <a:pt x="948" y="3204"/>
                  </a:cubicBezTo>
                  <a:cubicBezTo>
                    <a:pt x="1155" y="2997"/>
                    <a:pt x="1352" y="2780"/>
                    <a:pt x="1564" y="2573"/>
                  </a:cubicBezTo>
                  <a:cubicBezTo>
                    <a:pt x="1662" y="2478"/>
                    <a:pt x="1758" y="2429"/>
                    <a:pt x="1856" y="2429"/>
                  </a:cubicBezTo>
                  <a:cubicBezTo>
                    <a:pt x="1943" y="2429"/>
                    <a:pt x="2031" y="2467"/>
                    <a:pt x="2125" y="2545"/>
                  </a:cubicBezTo>
                  <a:cubicBezTo>
                    <a:pt x="2334" y="2719"/>
                    <a:pt x="2509" y="2931"/>
                    <a:pt x="2713" y="3113"/>
                  </a:cubicBezTo>
                  <a:cubicBezTo>
                    <a:pt x="2882" y="3267"/>
                    <a:pt x="3059" y="3414"/>
                    <a:pt x="3246" y="3550"/>
                  </a:cubicBezTo>
                  <a:cubicBezTo>
                    <a:pt x="3290" y="3583"/>
                    <a:pt x="3336" y="3598"/>
                    <a:pt x="3382" y="3598"/>
                  </a:cubicBezTo>
                  <a:cubicBezTo>
                    <a:pt x="3453" y="3598"/>
                    <a:pt x="3523" y="3561"/>
                    <a:pt x="3584" y="3500"/>
                  </a:cubicBezTo>
                  <a:cubicBezTo>
                    <a:pt x="3680" y="3399"/>
                    <a:pt x="3716" y="3277"/>
                    <a:pt x="3637" y="3159"/>
                  </a:cubicBezTo>
                  <a:cubicBezTo>
                    <a:pt x="3559" y="3038"/>
                    <a:pt x="3466" y="2921"/>
                    <a:pt x="3365" y="2818"/>
                  </a:cubicBezTo>
                  <a:cubicBezTo>
                    <a:pt x="3163" y="2603"/>
                    <a:pt x="2946" y="2404"/>
                    <a:pt x="2746" y="2189"/>
                  </a:cubicBezTo>
                  <a:cubicBezTo>
                    <a:pt x="2438" y="1858"/>
                    <a:pt x="2440" y="1709"/>
                    <a:pt x="2751" y="1396"/>
                  </a:cubicBezTo>
                  <a:cubicBezTo>
                    <a:pt x="2956" y="1189"/>
                    <a:pt x="3175" y="989"/>
                    <a:pt x="3375" y="775"/>
                  </a:cubicBezTo>
                  <a:cubicBezTo>
                    <a:pt x="3501" y="641"/>
                    <a:pt x="3602" y="484"/>
                    <a:pt x="3703" y="351"/>
                  </a:cubicBezTo>
                  <a:cubicBezTo>
                    <a:pt x="3562" y="108"/>
                    <a:pt x="3468" y="1"/>
                    <a:pt x="3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26"/>
            <p:cNvGrpSpPr/>
            <p:nvPr/>
          </p:nvGrpSpPr>
          <p:grpSpPr>
            <a:xfrm>
              <a:off x="-164149" y="408101"/>
              <a:ext cx="540628" cy="262781"/>
              <a:chOff x="-179336" y="-13036"/>
              <a:chExt cx="540628" cy="262781"/>
            </a:xfrm>
          </p:grpSpPr>
          <p:sp>
            <p:nvSpPr>
              <p:cNvPr id="1021" name="Google Shape;1021;p26"/>
              <p:cNvSpPr/>
              <p:nvPr/>
            </p:nvSpPr>
            <p:spPr>
              <a:xfrm>
                <a:off x="-178314" y="107156"/>
                <a:ext cx="22430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00" extrusionOk="0">
                    <a:moveTo>
                      <a:pt x="353" y="0"/>
                    </a:moveTo>
                    <a:cubicBezTo>
                      <a:pt x="344" y="0"/>
                      <a:pt x="334" y="1"/>
                      <a:pt x="324" y="2"/>
                    </a:cubicBezTo>
                    <a:cubicBezTo>
                      <a:pt x="162" y="20"/>
                      <a:pt x="11" y="174"/>
                      <a:pt x="8" y="330"/>
                    </a:cubicBezTo>
                    <a:cubicBezTo>
                      <a:pt x="1" y="507"/>
                      <a:pt x="185" y="699"/>
                      <a:pt x="354" y="699"/>
                    </a:cubicBezTo>
                    <a:cubicBezTo>
                      <a:pt x="503" y="699"/>
                      <a:pt x="647" y="535"/>
                      <a:pt x="655" y="361"/>
                    </a:cubicBezTo>
                    <a:cubicBezTo>
                      <a:pt x="657" y="160"/>
                      <a:pt x="520" y="0"/>
                      <a:pt x="3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6"/>
              <p:cNvSpPr/>
              <p:nvPr/>
            </p:nvSpPr>
            <p:spPr>
              <a:xfrm>
                <a:off x="-6240" y="107190"/>
                <a:ext cx="22498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99" extrusionOk="0">
                    <a:moveTo>
                      <a:pt x="349" y="0"/>
                    </a:moveTo>
                    <a:cubicBezTo>
                      <a:pt x="178" y="0"/>
                      <a:pt x="1" y="174"/>
                      <a:pt x="3" y="344"/>
                    </a:cubicBezTo>
                    <a:cubicBezTo>
                      <a:pt x="6" y="509"/>
                      <a:pt x="198" y="698"/>
                      <a:pt x="360" y="698"/>
                    </a:cubicBezTo>
                    <a:cubicBezTo>
                      <a:pt x="364" y="698"/>
                      <a:pt x="368" y="698"/>
                      <a:pt x="372" y="698"/>
                    </a:cubicBezTo>
                    <a:cubicBezTo>
                      <a:pt x="516" y="690"/>
                      <a:pt x="660" y="509"/>
                      <a:pt x="657" y="344"/>
                    </a:cubicBezTo>
                    <a:cubicBezTo>
                      <a:pt x="652" y="165"/>
                      <a:pt x="524" y="9"/>
                      <a:pt x="367" y="1"/>
                    </a:cubicBezTo>
                    <a:cubicBezTo>
                      <a:pt x="361" y="1"/>
                      <a:pt x="355" y="0"/>
                      <a:pt x="3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6"/>
              <p:cNvSpPr/>
              <p:nvPr/>
            </p:nvSpPr>
            <p:spPr>
              <a:xfrm>
                <a:off x="165425" y="107122"/>
                <a:ext cx="23282" cy="23793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8" extrusionOk="0">
                    <a:moveTo>
                      <a:pt x="373" y="1"/>
                    </a:moveTo>
                    <a:cubicBezTo>
                      <a:pt x="203" y="1"/>
                      <a:pt x="20" y="156"/>
                      <a:pt x="13" y="321"/>
                    </a:cubicBezTo>
                    <a:cubicBezTo>
                      <a:pt x="0" y="485"/>
                      <a:pt x="190" y="685"/>
                      <a:pt x="362" y="698"/>
                    </a:cubicBezTo>
                    <a:cubicBezTo>
                      <a:pt x="365" y="698"/>
                      <a:pt x="368" y="698"/>
                      <a:pt x="372" y="698"/>
                    </a:cubicBezTo>
                    <a:cubicBezTo>
                      <a:pt x="517" y="698"/>
                      <a:pt x="662" y="542"/>
                      <a:pt x="672" y="369"/>
                    </a:cubicBezTo>
                    <a:cubicBezTo>
                      <a:pt x="682" y="185"/>
                      <a:pt x="569" y="28"/>
                      <a:pt x="407" y="3"/>
                    </a:cubicBezTo>
                    <a:cubicBezTo>
                      <a:pt x="396" y="2"/>
                      <a:pt x="384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6"/>
              <p:cNvSpPr/>
              <p:nvPr/>
            </p:nvSpPr>
            <p:spPr>
              <a:xfrm>
                <a:off x="337430" y="107122"/>
                <a:ext cx="23350" cy="2389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01" extrusionOk="0">
                    <a:moveTo>
                      <a:pt x="374" y="0"/>
                    </a:moveTo>
                    <a:cubicBezTo>
                      <a:pt x="369" y="0"/>
                      <a:pt x="365" y="0"/>
                      <a:pt x="361" y="1"/>
                    </a:cubicBezTo>
                    <a:cubicBezTo>
                      <a:pt x="164" y="11"/>
                      <a:pt x="0" y="195"/>
                      <a:pt x="20" y="374"/>
                    </a:cubicBezTo>
                    <a:cubicBezTo>
                      <a:pt x="35" y="538"/>
                      <a:pt x="189" y="687"/>
                      <a:pt x="351" y="700"/>
                    </a:cubicBezTo>
                    <a:cubicBezTo>
                      <a:pt x="357" y="700"/>
                      <a:pt x="363" y="701"/>
                      <a:pt x="368" y="701"/>
                    </a:cubicBezTo>
                    <a:cubicBezTo>
                      <a:pt x="538" y="701"/>
                      <a:pt x="684" y="521"/>
                      <a:pt x="677" y="319"/>
                    </a:cubicBezTo>
                    <a:cubicBezTo>
                      <a:pt x="669" y="141"/>
                      <a:pt x="533" y="0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6"/>
              <p:cNvSpPr/>
              <p:nvPr/>
            </p:nvSpPr>
            <p:spPr>
              <a:xfrm>
                <a:off x="-179336" y="-12798"/>
                <a:ext cx="24986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33" h="693" extrusionOk="0">
                    <a:moveTo>
                      <a:pt x="407" y="1"/>
                    </a:moveTo>
                    <a:cubicBezTo>
                      <a:pt x="329" y="36"/>
                      <a:pt x="268" y="51"/>
                      <a:pt x="218" y="92"/>
                    </a:cubicBezTo>
                    <a:cubicBezTo>
                      <a:pt x="167" y="127"/>
                      <a:pt x="119" y="170"/>
                      <a:pt x="89" y="220"/>
                    </a:cubicBezTo>
                    <a:cubicBezTo>
                      <a:pt x="0" y="357"/>
                      <a:pt x="28" y="496"/>
                      <a:pt x="157" y="599"/>
                    </a:cubicBezTo>
                    <a:cubicBezTo>
                      <a:pt x="236" y="661"/>
                      <a:pt x="317" y="692"/>
                      <a:pt x="394" y="692"/>
                    </a:cubicBezTo>
                    <a:cubicBezTo>
                      <a:pt x="452" y="692"/>
                      <a:pt x="507" y="674"/>
                      <a:pt x="556" y="637"/>
                    </a:cubicBezTo>
                    <a:cubicBezTo>
                      <a:pt x="692" y="534"/>
                      <a:pt x="733" y="364"/>
                      <a:pt x="624" y="200"/>
                    </a:cubicBezTo>
                    <a:cubicBezTo>
                      <a:pt x="574" y="117"/>
                      <a:pt x="480" y="64"/>
                      <a:pt x="4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6"/>
              <p:cNvSpPr/>
              <p:nvPr/>
            </p:nvSpPr>
            <p:spPr>
              <a:xfrm>
                <a:off x="337839" y="227553"/>
                <a:ext cx="22770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68" h="651" extrusionOk="0">
                    <a:moveTo>
                      <a:pt x="355" y="0"/>
                    </a:moveTo>
                    <a:cubicBezTo>
                      <a:pt x="350" y="0"/>
                      <a:pt x="344" y="0"/>
                      <a:pt x="339" y="0"/>
                    </a:cubicBezTo>
                    <a:cubicBezTo>
                      <a:pt x="152" y="8"/>
                      <a:pt x="1" y="144"/>
                      <a:pt x="1" y="298"/>
                    </a:cubicBezTo>
                    <a:cubicBezTo>
                      <a:pt x="1" y="473"/>
                      <a:pt x="180" y="650"/>
                      <a:pt x="351" y="650"/>
                    </a:cubicBezTo>
                    <a:cubicBezTo>
                      <a:pt x="358" y="650"/>
                      <a:pt x="365" y="650"/>
                      <a:pt x="372" y="649"/>
                    </a:cubicBezTo>
                    <a:cubicBezTo>
                      <a:pt x="526" y="634"/>
                      <a:pt x="667" y="468"/>
                      <a:pt x="667" y="298"/>
                    </a:cubicBezTo>
                    <a:cubicBezTo>
                      <a:pt x="667" y="127"/>
                      <a:pt x="534" y="0"/>
                      <a:pt x="3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6"/>
              <p:cNvSpPr/>
              <p:nvPr/>
            </p:nvSpPr>
            <p:spPr>
              <a:xfrm>
                <a:off x="165493" y="227417"/>
                <a:ext cx="22941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51" extrusionOk="0">
                    <a:moveTo>
                      <a:pt x="370" y="0"/>
                    </a:moveTo>
                    <a:cubicBezTo>
                      <a:pt x="358" y="0"/>
                      <a:pt x="346" y="1"/>
                      <a:pt x="334" y="2"/>
                    </a:cubicBezTo>
                    <a:cubicBezTo>
                      <a:pt x="155" y="17"/>
                      <a:pt x="1" y="166"/>
                      <a:pt x="6" y="315"/>
                    </a:cubicBezTo>
                    <a:cubicBezTo>
                      <a:pt x="13" y="482"/>
                      <a:pt x="197" y="650"/>
                      <a:pt x="362" y="650"/>
                    </a:cubicBezTo>
                    <a:cubicBezTo>
                      <a:pt x="372" y="650"/>
                      <a:pt x="382" y="650"/>
                      <a:pt x="392" y="648"/>
                    </a:cubicBezTo>
                    <a:cubicBezTo>
                      <a:pt x="541" y="628"/>
                      <a:pt x="673" y="457"/>
                      <a:pt x="670" y="282"/>
                    </a:cubicBezTo>
                    <a:cubicBezTo>
                      <a:pt x="668" y="117"/>
                      <a:pt x="540" y="0"/>
                      <a:pt x="3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6"/>
              <p:cNvSpPr/>
              <p:nvPr/>
            </p:nvSpPr>
            <p:spPr>
              <a:xfrm>
                <a:off x="336817" y="-11945"/>
                <a:ext cx="24475" cy="2280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69" extrusionOk="0">
                    <a:moveTo>
                      <a:pt x="379" y="0"/>
                    </a:moveTo>
                    <a:cubicBezTo>
                      <a:pt x="374" y="0"/>
                      <a:pt x="369" y="0"/>
                      <a:pt x="364" y="1"/>
                    </a:cubicBezTo>
                    <a:cubicBezTo>
                      <a:pt x="192" y="16"/>
                      <a:pt x="0" y="243"/>
                      <a:pt x="26" y="395"/>
                    </a:cubicBezTo>
                    <a:cubicBezTo>
                      <a:pt x="50" y="531"/>
                      <a:pt x="237" y="668"/>
                      <a:pt x="388" y="668"/>
                    </a:cubicBezTo>
                    <a:cubicBezTo>
                      <a:pt x="394" y="668"/>
                      <a:pt x="401" y="668"/>
                      <a:pt x="407" y="668"/>
                    </a:cubicBezTo>
                    <a:cubicBezTo>
                      <a:pt x="581" y="655"/>
                      <a:pt x="718" y="491"/>
                      <a:pt x="695" y="319"/>
                    </a:cubicBezTo>
                    <a:cubicBezTo>
                      <a:pt x="673" y="159"/>
                      <a:pt x="515" y="0"/>
                      <a:pt x="3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6"/>
              <p:cNvSpPr/>
              <p:nvPr/>
            </p:nvSpPr>
            <p:spPr>
              <a:xfrm>
                <a:off x="164913" y="-12218"/>
                <a:ext cx="24202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677" extrusionOk="0">
                    <a:moveTo>
                      <a:pt x="377" y="0"/>
                    </a:moveTo>
                    <a:cubicBezTo>
                      <a:pt x="371" y="0"/>
                      <a:pt x="365" y="1"/>
                      <a:pt x="359" y="1"/>
                    </a:cubicBezTo>
                    <a:cubicBezTo>
                      <a:pt x="182" y="24"/>
                      <a:pt x="0" y="239"/>
                      <a:pt x="28" y="400"/>
                    </a:cubicBezTo>
                    <a:cubicBezTo>
                      <a:pt x="47" y="543"/>
                      <a:pt x="226" y="676"/>
                      <a:pt x="379" y="676"/>
                    </a:cubicBezTo>
                    <a:cubicBezTo>
                      <a:pt x="386" y="676"/>
                      <a:pt x="393" y="676"/>
                      <a:pt x="399" y="676"/>
                    </a:cubicBezTo>
                    <a:cubicBezTo>
                      <a:pt x="576" y="663"/>
                      <a:pt x="710" y="499"/>
                      <a:pt x="680" y="327"/>
                    </a:cubicBezTo>
                    <a:cubicBezTo>
                      <a:pt x="653" y="156"/>
                      <a:pt x="509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6"/>
              <p:cNvSpPr/>
              <p:nvPr/>
            </p:nvSpPr>
            <p:spPr>
              <a:xfrm>
                <a:off x="-7160" y="-13036"/>
                <a:ext cx="24475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97" extrusionOk="0">
                    <a:moveTo>
                      <a:pt x="445" y="0"/>
                    </a:moveTo>
                    <a:cubicBezTo>
                      <a:pt x="344" y="38"/>
                      <a:pt x="283" y="51"/>
                      <a:pt x="232" y="83"/>
                    </a:cubicBezTo>
                    <a:cubicBezTo>
                      <a:pt x="179" y="111"/>
                      <a:pt x="131" y="157"/>
                      <a:pt x="93" y="202"/>
                    </a:cubicBezTo>
                    <a:cubicBezTo>
                      <a:pt x="8" y="313"/>
                      <a:pt x="0" y="429"/>
                      <a:pt x="91" y="543"/>
                    </a:cubicBezTo>
                    <a:cubicBezTo>
                      <a:pt x="168" y="645"/>
                      <a:pt x="268" y="697"/>
                      <a:pt x="368" y="697"/>
                    </a:cubicBezTo>
                    <a:cubicBezTo>
                      <a:pt x="422" y="697"/>
                      <a:pt x="477" y="682"/>
                      <a:pt x="528" y="652"/>
                    </a:cubicBezTo>
                    <a:cubicBezTo>
                      <a:pt x="652" y="581"/>
                      <a:pt x="717" y="462"/>
                      <a:pt x="672" y="339"/>
                    </a:cubicBezTo>
                    <a:cubicBezTo>
                      <a:pt x="624" y="212"/>
                      <a:pt x="520" y="111"/>
                      <a:pt x="4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6"/>
              <p:cNvSpPr/>
              <p:nvPr/>
            </p:nvSpPr>
            <p:spPr>
              <a:xfrm>
                <a:off x="-7535" y="227383"/>
                <a:ext cx="24338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51" extrusionOk="0">
                    <a:moveTo>
                      <a:pt x="405" y="0"/>
                    </a:moveTo>
                    <a:cubicBezTo>
                      <a:pt x="235" y="0"/>
                      <a:pt x="59" y="121"/>
                      <a:pt x="31" y="266"/>
                    </a:cubicBezTo>
                    <a:cubicBezTo>
                      <a:pt x="1" y="422"/>
                      <a:pt x="183" y="632"/>
                      <a:pt x="367" y="649"/>
                    </a:cubicBezTo>
                    <a:cubicBezTo>
                      <a:pt x="374" y="650"/>
                      <a:pt x="381" y="651"/>
                      <a:pt x="388" y="651"/>
                    </a:cubicBezTo>
                    <a:cubicBezTo>
                      <a:pt x="530" y="651"/>
                      <a:pt x="671" y="507"/>
                      <a:pt x="690" y="339"/>
                    </a:cubicBezTo>
                    <a:cubicBezTo>
                      <a:pt x="713" y="154"/>
                      <a:pt x="587" y="3"/>
                      <a:pt x="410" y="0"/>
                    </a:cubicBezTo>
                    <a:cubicBezTo>
                      <a:pt x="408" y="0"/>
                      <a:pt x="407" y="0"/>
                      <a:pt x="4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6"/>
              <p:cNvSpPr/>
              <p:nvPr/>
            </p:nvSpPr>
            <p:spPr>
              <a:xfrm>
                <a:off x="-178314" y="227383"/>
                <a:ext cx="22259" cy="22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1" extrusionOk="0">
                    <a:moveTo>
                      <a:pt x="361" y="1"/>
                    </a:moveTo>
                    <a:cubicBezTo>
                      <a:pt x="184" y="1"/>
                      <a:pt x="8" y="143"/>
                      <a:pt x="3" y="303"/>
                    </a:cubicBezTo>
                    <a:cubicBezTo>
                      <a:pt x="1" y="464"/>
                      <a:pt x="188" y="650"/>
                      <a:pt x="346" y="650"/>
                    </a:cubicBezTo>
                    <a:cubicBezTo>
                      <a:pt x="352" y="650"/>
                      <a:pt x="358" y="650"/>
                      <a:pt x="364" y="649"/>
                    </a:cubicBezTo>
                    <a:cubicBezTo>
                      <a:pt x="508" y="637"/>
                      <a:pt x="652" y="463"/>
                      <a:pt x="652" y="298"/>
                    </a:cubicBezTo>
                    <a:cubicBezTo>
                      <a:pt x="652" y="152"/>
                      <a:pt x="541" y="18"/>
                      <a:pt x="400" y="3"/>
                    </a:cubicBezTo>
                    <a:cubicBezTo>
                      <a:pt x="387" y="1"/>
                      <a:pt x="374" y="1"/>
                      <a:pt x="3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3" name="Google Shape;1033;p26"/>
            <p:cNvGrpSpPr/>
            <p:nvPr/>
          </p:nvGrpSpPr>
          <p:grpSpPr>
            <a:xfrm>
              <a:off x="8318163" y="4599428"/>
              <a:ext cx="542707" cy="380246"/>
              <a:chOff x="8899188" y="4302953"/>
              <a:chExt cx="542707" cy="380246"/>
            </a:xfrm>
          </p:grpSpPr>
          <p:sp>
            <p:nvSpPr>
              <p:cNvPr id="1034" name="Google Shape;1034;p26"/>
              <p:cNvSpPr/>
              <p:nvPr/>
            </p:nvSpPr>
            <p:spPr>
              <a:xfrm>
                <a:off x="9416363" y="4422327"/>
                <a:ext cx="2542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693" extrusionOk="0">
                    <a:moveTo>
                      <a:pt x="340" y="1"/>
                    </a:moveTo>
                    <a:cubicBezTo>
                      <a:pt x="230" y="1"/>
                      <a:pt x="142" y="57"/>
                      <a:pt x="74" y="163"/>
                    </a:cubicBezTo>
                    <a:cubicBezTo>
                      <a:pt x="1" y="280"/>
                      <a:pt x="1" y="403"/>
                      <a:pt x="79" y="514"/>
                    </a:cubicBezTo>
                    <a:cubicBezTo>
                      <a:pt x="149" y="613"/>
                      <a:pt x="228" y="692"/>
                      <a:pt x="346" y="692"/>
                    </a:cubicBezTo>
                    <a:cubicBezTo>
                      <a:pt x="377" y="692"/>
                      <a:pt x="409" y="687"/>
                      <a:pt x="445" y="676"/>
                    </a:cubicBezTo>
                    <a:cubicBezTo>
                      <a:pt x="544" y="643"/>
                      <a:pt x="642" y="633"/>
                      <a:pt x="746" y="615"/>
                    </a:cubicBezTo>
                    <a:cubicBezTo>
                      <a:pt x="746" y="449"/>
                      <a:pt x="746" y="280"/>
                      <a:pt x="741" y="110"/>
                    </a:cubicBezTo>
                    <a:cubicBezTo>
                      <a:pt x="642" y="77"/>
                      <a:pt x="546" y="47"/>
                      <a:pt x="448" y="17"/>
                    </a:cubicBezTo>
                    <a:cubicBezTo>
                      <a:pt x="410" y="6"/>
                      <a:pt x="374" y="1"/>
                      <a:pt x="3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6"/>
              <p:cNvSpPr/>
              <p:nvPr/>
            </p:nvSpPr>
            <p:spPr>
              <a:xfrm>
                <a:off x="9416159" y="4302987"/>
                <a:ext cx="25736" cy="2294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673" extrusionOk="0">
                    <a:moveTo>
                      <a:pt x="366" y="1"/>
                    </a:moveTo>
                    <a:cubicBezTo>
                      <a:pt x="181" y="1"/>
                      <a:pt x="0" y="215"/>
                      <a:pt x="24" y="407"/>
                    </a:cubicBezTo>
                    <a:cubicBezTo>
                      <a:pt x="43" y="548"/>
                      <a:pt x="193" y="672"/>
                      <a:pt x="349" y="672"/>
                    </a:cubicBezTo>
                    <a:cubicBezTo>
                      <a:pt x="363" y="672"/>
                      <a:pt x="377" y="671"/>
                      <a:pt x="391" y="669"/>
                    </a:cubicBezTo>
                    <a:cubicBezTo>
                      <a:pt x="512" y="649"/>
                      <a:pt x="630" y="611"/>
                      <a:pt x="752" y="583"/>
                    </a:cubicBezTo>
                    <a:cubicBezTo>
                      <a:pt x="752" y="417"/>
                      <a:pt x="752" y="245"/>
                      <a:pt x="754" y="78"/>
                    </a:cubicBezTo>
                    <a:cubicBezTo>
                      <a:pt x="633" y="53"/>
                      <a:pt x="517" y="15"/>
                      <a:pt x="396" y="3"/>
                    </a:cubicBezTo>
                    <a:cubicBezTo>
                      <a:pt x="386" y="1"/>
                      <a:pt x="376" y="1"/>
                      <a:pt x="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6"/>
              <p:cNvSpPr/>
              <p:nvPr/>
            </p:nvSpPr>
            <p:spPr>
              <a:xfrm>
                <a:off x="9416977" y="4542622"/>
                <a:ext cx="24918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26" extrusionOk="0">
                    <a:moveTo>
                      <a:pt x="306" y="1"/>
                    </a:moveTo>
                    <a:cubicBezTo>
                      <a:pt x="182" y="1"/>
                      <a:pt x="79" y="67"/>
                      <a:pt x="28" y="193"/>
                    </a:cubicBezTo>
                    <a:cubicBezTo>
                      <a:pt x="0" y="256"/>
                      <a:pt x="8" y="352"/>
                      <a:pt x="38" y="420"/>
                    </a:cubicBezTo>
                    <a:cubicBezTo>
                      <a:pt x="93" y="540"/>
                      <a:pt x="185" y="626"/>
                      <a:pt x="315" y="626"/>
                    </a:cubicBezTo>
                    <a:cubicBezTo>
                      <a:pt x="335" y="626"/>
                      <a:pt x="357" y="624"/>
                      <a:pt x="379" y="619"/>
                    </a:cubicBezTo>
                    <a:cubicBezTo>
                      <a:pt x="498" y="589"/>
                      <a:pt x="609" y="536"/>
                      <a:pt x="728" y="496"/>
                    </a:cubicBezTo>
                    <a:cubicBezTo>
                      <a:pt x="728" y="369"/>
                      <a:pt x="728" y="243"/>
                      <a:pt x="730" y="119"/>
                    </a:cubicBezTo>
                    <a:cubicBezTo>
                      <a:pt x="614" y="81"/>
                      <a:pt x="500" y="31"/>
                      <a:pt x="379" y="8"/>
                    </a:cubicBezTo>
                    <a:cubicBezTo>
                      <a:pt x="354" y="3"/>
                      <a:pt x="330" y="1"/>
                      <a:pt x="3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6"/>
              <p:cNvSpPr/>
              <p:nvPr/>
            </p:nvSpPr>
            <p:spPr>
              <a:xfrm>
                <a:off x="9417215" y="4661860"/>
                <a:ext cx="24577" cy="2133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26" extrusionOk="0">
                    <a:moveTo>
                      <a:pt x="300" y="0"/>
                    </a:moveTo>
                    <a:cubicBezTo>
                      <a:pt x="180" y="0"/>
                      <a:pt x="79" y="67"/>
                      <a:pt x="31" y="187"/>
                    </a:cubicBezTo>
                    <a:cubicBezTo>
                      <a:pt x="1" y="270"/>
                      <a:pt x="9" y="394"/>
                      <a:pt x="51" y="472"/>
                    </a:cubicBezTo>
                    <a:cubicBezTo>
                      <a:pt x="98" y="566"/>
                      <a:pt x="188" y="625"/>
                      <a:pt x="298" y="625"/>
                    </a:cubicBezTo>
                    <a:cubicBezTo>
                      <a:pt x="319" y="625"/>
                      <a:pt x="340" y="623"/>
                      <a:pt x="362" y="619"/>
                    </a:cubicBezTo>
                    <a:cubicBezTo>
                      <a:pt x="483" y="596"/>
                      <a:pt x="599" y="561"/>
                      <a:pt x="721" y="533"/>
                    </a:cubicBezTo>
                    <a:lnTo>
                      <a:pt x="721" y="154"/>
                    </a:lnTo>
                    <a:cubicBezTo>
                      <a:pt x="610" y="106"/>
                      <a:pt x="498" y="41"/>
                      <a:pt x="382" y="10"/>
                    </a:cubicBezTo>
                    <a:cubicBezTo>
                      <a:pt x="354" y="3"/>
                      <a:pt x="326" y="0"/>
                      <a:pt x="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6"/>
              <p:cNvSpPr/>
              <p:nvPr/>
            </p:nvSpPr>
            <p:spPr>
              <a:xfrm>
                <a:off x="9244017" y="4422361"/>
                <a:ext cx="24509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697" extrusionOk="0">
                    <a:moveTo>
                      <a:pt x="354" y="1"/>
                    </a:moveTo>
                    <a:cubicBezTo>
                      <a:pt x="195" y="6"/>
                      <a:pt x="29" y="150"/>
                      <a:pt x="16" y="301"/>
                    </a:cubicBezTo>
                    <a:cubicBezTo>
                      <a:pt x="1" y="468"/>
                      <a:pt x="178" y="680"/>
                      <a:pt x="339" y="695"/>
                    </a:cubicBezTo>
                    <a:cubicBezTo>
                      <a:pt x="346" y="696"/>
                      <a:pt x="352" y="696"/>
                      <a:pt x="359" y="696"/>
                    </a:cubicBezTo>
                    <a:cubicBezTo>
                      <a:pt x="519" y="696"/>
                      <a:pt x="701" y="522"/>
                      <a:pt x="708" y="352"/>
                    </a:cubicBezTo>
                    <a:cubicBezTo>
                      <a:pt x="718" y="172"/>
                      <a:pt x="541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6"/>
              <p:cNvSpPr/>
              <p:nvPr/>
            </p:nvSpPr>
            <p:spPr>
              <a:xfrm>
                <a:off x="9072284" y="4422327"/>
                <a:ext cx="24577" cy="23589"/>
              </a:xfrm>
              <a:custGeom>
                <a:avLst/>
                <a:gdLst/>
                <a:ahLst/>
                <a:cxnLst/>
                <a:rect l="l" t="t" r="r" b="b"/>
                <a:pathLst>
                  <a:path w="721" h="692" extrusionOk="0">
                    <a:moveTo>
                      <a:pt x="354" y="1"/>
                    </a:moveTo>
                    <a:cubicBezTo>
                      <a:pt x="347" y="1"/>
                      <a:pt x="339" y="1"/>
                      <a:pt x="332" y="2"/>
                    </a:cubicBezTo>
                    <a:cubicBezTo>
                      <a:pt x="162" y="22"/>
                      <a:pt x="1" y="179"/>
                      <a:pt x="3" y="327"/>
                    </a:cubicBezTo>
                    <a:cubicBezTo>
                      <a:pt x="8" y="507"/>
                      <a:pt x="191" y="692"/>
                      <a:pt x="359" y="692"/>
                    </a:cubicBezTo>
                    <a:cubicBezTo>
                      <a:pt x="363" y="692"/>
                      <a:pt x="368" y="691"/>
                      <a:pt x="372" y="691"/>
                    </a:cubicBezTo>
                    <a:cubicBezTo>
                      <a:pt x="549" y="681"/>
                      <a:pt x="721" y="466"/>
                      <a:pt x="693" y="290"/>
                    </a:cubicBezTo>
                    <a:cubicBezTo>
                      <a:pt x="671" y="141"/>
                      <a:pt x="505" y="1"/>
                      <a:pt x="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6"/>
              <p:cNvSpPr/>
              <p:nvPr/>
            </p:nvSpPr>
            <p:spPr>
              <a:xfrm>
                <a:off x="8899188" y="4422498"/>
                <a:ext cx="24918" cy="23759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97" extrusionOk="0">
                    <a:moveTo>
                      <a:pt x="389" y="0"/>
                    </a:moveTo>
                    <a:cubicBezTo>
                      <a:pt x="239" y="0"/>
                      <a:pt x="71" y="127"/>
                      <a:pt x="38" y="269"/>
                    </a:cubicBezTo>
                    <a:cubicBezTo>
                      <a:pt x="0" y="426"/>
                      <a:pt x="157" y="648"/>
                      <a:pt x="339" y="691"/>
                    </a:cubicBezTo>
                    <a:cubicBezTo>
                      <a:pt x="352" y="694"/>
                      <a:pt x="365" y="696"/>
                      <a:pt x="379" y="696"/>
                    </a:cubicBezTo>
                    <a:cubicBezTo>
                      <a:pt x="525" y="696"/>
                      <a:pt x="704" y="521"/>
                      <a:pt x="717" y="348"/>
                    </a:cubicBezTo>
                    <a:cubicBezTo>
                      <a:pt x="730" y="194"/>
                      <a:pt x="576" y="12"/>
                      <a:pt x="417" y="2"/>
                    </a:cubicBezTo>
                    <a:cubicBezTo>
                      <a:pt x="408" y="1"/>
                      <a:pt x="398" y="0"/>
                      <a:pt x="3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6"/>
              <p:cNvSpPr/>
              <p:nvPr/>
            </p:nvSpPr>
            <p:spPr>
              <a:xfrm>
                <a:off x="9244051" y="4542622"/>
                <a:ext cx="24816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628" extrusionOk="0">
                    <a:moveTo>
                      <a:pt x="360" y="0"/>
                    </a:moveTo>
                    <a:cubicBezTo>
                      <a:pt x="172" y="0"/>
                      <a:pt x="1" y="147"/>
                      <a:pt x="13" y="309"/>
                    </a:cubicBezTo>
                    <a:cubicBezTo>
                      <a:pt x="25" y="465"/>
                      <a:pt x="187" y="619"/>
                      <a:pt x="348" y="627"/>
                    </a:cubicBezTo>
                    <a:cubicBezTo>
                      <a:pt x="353" y="627"/>
                      <a:pt x="358" y="627"/>
                      <a:pt x="363" y="627"/>
                    </a:cubicBezTo>
                    <a:cubicBezTo>
                      <a:pt x="527" y="627"/>
                      <a:pt x="680" y="501"/>
                      <a:pt x="704" y="339"/>
                    </a:cubicBezTo>
                    <a:cubicBezTo>
                      <a:pt x="727" y="185"/>
                      <a:pt x="581" y="23"/>
                      <a:pt x="404" y="3"/>
                    </a:cubicBezTo>
                    <a:cubicBezTo>
                      <a:pt x="389" y="1"/>
                      <a:pt x="375" y="0"/>
                      <a:pt x="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6"/>
              <p:cNvSpPr/>
              <p:nvPr/>
            </p:nvSpPr>
            <p:spPr>
              <a:xfrm>
                <a:off x="9071875" y="4542520"/>
                <a:ext cx="24441" cy="21407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8" extrusionOk="0">
                    <a:moveTo>
                      <a:pt x="377" y="0"/>
                    </a:moveTo>
                    <a:cubicBezTo>
                      <a:pt x="182" y="0"/>
                      <a:pt x="1" y="150"/>
                      <a:pt x="10" y="312"/>
                    </a:cubicBezTo>
                    <a:cubicBezTo>
                      <a:pt x="20" y="466"/>
                      <a:pt x="182" y="622"/>
                      <a:pt x="346" y="627"/>
                    </a:cubicBezTo>
                    <a:cubicBezTo>
                      <a:pt x="351" y="628"/>
                      <a:pt x="357" y="628"/>
                      <a:pt x="362" y="628"/>
                    </a:cubicBezTo>
                    <a:cubicBezTo>
                      <a:pt x="548" y="628"/>
                      <a:pt x="717" y="456"/>
                      <a:pt x="702" y="274"/>
                    </a:cubicBezTo>
                    <a:cubicBezTo>
                      <a:pt x="692" y="140"/>
                      <a:pt x="551" y="14"/>
                      <a:pt x="404" y="1"/>
                    </a:cubicBezTo>
                    <a:cubicBezTo>
                      <a:pt x="395" y="0"/>
                      <a:pt x="386" y="0"/>
                      <a:pt x="3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6"/>
              <p:cNvSpPr/>
              <p:nvPr/>
            </p:nvSpPr>
            <p:spPr>
              <a:xfrm>
                <a:off x="9244460" y="4302953"/>
                <a:ext cx="23793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676" extrusionOk="0">
                    <a:moveTo>
                      <a:pt x="360" y="1"/>
                    </a:moveTo>
                    <a:cubicBezTo>
                      <a:pt x="356" y="1"/>
                      <a:pt x="353" y="1"/>
                      <a:pt x="349" y="1"/>
                    </a:cubicBezTo>
                    <a:cubicBezTo>
                      <a:pt x="185" y="11"/>
                      <a:pt x="1" y="216"/>
                      <a:pt x="8" y="385"/>
                    </a:cubicBezTo>
                    <a:cubicBezTo>
                      <a:pt x="11" y="525"/>
                      <a:pt x="186" y="676"/>
                      <a:pt x="343" y="676"/>
                    </a:cubicBezTo>
                    <a:cubicBezTo>
                      <a:pt x="347" y="676"/>
                      <a:pt x="350" y="676"/>
                      <a:pt x="354" y="675"/>
                    </a:cubicBezTo>
                    <a:cubicBezTo>
                      <a:pt x="518" y="670"/>
                      <a:pt x="692" y="516"/>
                      <a:pt x="695" y="372"/>
                    </a:cubicBezTo>
                    <a:cubicBezTo>
                      <a:pt x="697" y="205"/>
                      <a:pt x="514" y="1"/>
                      <a:pt x="3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6"/>
              <p:cNvSpPr/>
              <p:nvPr/>
            </p:nvSpPr>
            <p:spPr>
              <a:xfrm>
                <a:off x="9072284" y="4302953"/>
                <a:ext cx="24304" cy="2321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81" extrusionOk="0">
                    <a:moveTo>
                      <a:pt x="370" y="1"/>
                    </a:moveTo>
                    <a:cubicBezTo>
                      <a:pt x="367" y="1"/>
                      <a:pt x="365" y="1"/>
                      <a:pt x="362" y="1"/>
                    </a:cubicBezTo>
                    <a:cubicBezTo>
                      <a:pt x="198" y="1"/>
                      <a:pt x="1" y="203"/>
                      <a:pt x="3" y="372"/>
                    </a:cubicBezTo>
                    <a:cubicBezTo>
                      <a:pt x="8" y="519"/>
                      <a:pt x="175" y="670"/>
                      <a:pt x="344" y="680"/>
                    </a:cubicBezTo>
                    <a:cubicBezTo>
                      <a:pt x="347" y="680"/>
                      <a:pt x="349" y="681"/>
                      <a:pt x="352" y="681"/>
                    </a:cubicBezTo>
                    <a:cubicBezTo>
                      <a:pt x="509" y="681"/>
                      <a:pt x="688" y="531"/>
                      <a:pt x="698" y="385"/>
                    </a:cubicBezTo>
                    <a:cubicBezTo>
                      <a:pt x="713" y="216"/>
                      <a:pt x="530" y="1"/>
                      <a:pt x="3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6"/>
              <p:cNvSpPr/>
              <p:nvPr/>
            </p:nvSpPr>
            <p:spPr>
              <a:xfrm>
                <a:off x="8899869" y="4302953"/>
                <a:ext cx="24304" cy="23043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76" extrusionOk="0">
                    <a:moveTo>
                      <a:pt x="373" y="1"/>
                    </a:moveTo>
                    <a:cubicBezTo>
                      <a:pt x="369" y="1"/>
                      <a:pt x="365" y="1"/>
                      <a:pt x="362" y="1"/>
                    </a:cubicBezTo>
                    <a:cubicBezTo>
                      <a:pt x="192" y="6"/>
                      <a:pt x="0" y="211"/>
                      <a:pt x="8" y="372"/>
                    </a:cubicBezTo>
                    <a:cubicBezTo>
                      <a:pt x="18" y="519"/>
                      <a:pt x="190" y="670"/>
                      <a:pt x="354" y="675"/>
                    </a:cubicBezTo>
                    <a:cubicBezTo>
                      <a:pt x="359" y="676"/>
                      <a:pt x="364" y="676"/>
                      <a:pt x="369" y="676"/>
                    </a:cubicBezTo>
                    <a:cubicBezTo>
                      <a:pt x="522" y="676"/>
                      <a:pt x="690" y="527"/>
                      <a:pt x="700" y="382"/>
                    </a:cubicBezTo>
                    <a:cubicBezTo>
                      <a:pt x="712" y="210"/>
                      <a:pt x="532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6"/>
              <p:cNvSpPr/>
              <p:nvPr/>
            </p:nvSpPr>
            <p:spPr>
              <a:xfrm>
                <a:off x="8899869" y="4542656"/>
                <a:ext cx="23964" cy="212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623" extrusionOk="0">
                    <a:moveTo>
                      <a:pt x="373" y="1"/>
                    </a:moveTo>
                    <a:cubicBezTo>
                      <a:pt x="363" y="1"/>
                      <a:pt x="354" y="1"/>
                      <a:pt x="344" y="2"/>
                    </a:cubicBezTo>
                    <a:cubicBezTo>
                      <a:pt x="165" y="15"/>
                      <a:pt x="0" y="164"/>
                      <a:pt x="8" y="305"/>
                    </a:cubicBezTo>
                    <a:cubicBezTo>
                      <a:pt x="20" y="464"/>
                      <a:pt x="203" y="623"/>
                      <a:pt x="372" y="623"/>
                    </a:cubicBezTo>
                    <a:cubicBezTo>
                      <a:pt x="383" y="623"/>
                      <a:pt x="394" y="622"/>
                      <a:pt x="405" y="621"/>
                    </a:cubicBezTo>
                    <a:cubicBezTo>
                      <a:pt x="559" y="601"/>
                      <a:pt x="703" y="429"/>
                      <a:pt x="697" y="272"/>
                    </a:cubicBezTo>
                    <a:cubicBezTo>
                      <a:pt x="688" y="124"/>
                      <a:pt x="540" y="1"/>
                      <a:pt x="3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6"/>
              <p:cNvSpPr/>
              <p:nvPr/>
            </p:nvSpPr>
            <p:spPr>
              <a:xfrm>
                <a:off x="8900040" y="4661655"/>
                <a:ext cx="24236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632" extrusionOk="0">
                    <a:moveTo>
                      <a:pt x="351" y="1"/>
                    </a:moveTo>
                    <a:cubicBezTo>
                      <a:pt x="345" y="1"/>
                      <a:pt x="339" y="1"/>
                      <a:pt x="334" y="1"/>
                    </a:cubicBezTo>
                    <a:cubicBezTo>
                      <a:pt x="165" y="14"/>
                      <a:pt x="1" y="165"/>
                      <a:pt x="6" y="312"/>
                    </a:cubicBezTo>
                    <a:cubicBezTo>
                      <a:pt x="13" y="469"/>
                      <a:pt x="203" y="632"/>
                      <a:pt x="373" y="632"/>
                    </a:cubicBezTo>
                    <a:cubicBezTo>
                      <a:pt x="383" y="632"/>
                      <a:pt x="393" y="631"/>
                      <a:pt x="402" y="630"/>
                    </a:cubicBezTo>
                    <a:cubicBezTo>
                      <a:pt x="564" y="615"/>
                      <a:pt x="710" y="436"/>
                      <a:pt x="690" y="287"/>
                    </a:cubicBezTo>
                    <a:cubicBezTo>
                      <a:pt x="663" y="133"/>
                      <a:pt x="505" y="1"/>
                      <a:pt x="3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6"/>
              <p:cNvSpPr/>
              <p:nvPr/>
            </p:nvSpPr>
            <p:spPr>
              <a:xfrm>
                <a:off x="9071704" y="4661690"/>
                <a:ext cx="24304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630" extrusionOk="0">
                    <a:moveTo>
                      <a:pt x="367" y="0"/>
                    </a:moveTo>
                    <a:cubicBezTo>
                      <a:pt x="202" y="0"/>
                      <a:pt x="38" y="135"/>
                      <a:pt x="18" y="288"/>
                    </a:cubicBezTo>
                    <a:cubicBezTo>
                      <a:pt x="1" y="458"/>
                      <a:pt x="182" y="629"/>
                      <a:pt x="368" y="629"/>
                    </a:cubicBezTo>
                    <a:cubicBezTo>
                      <a:pt x="373" y="629"/>
                      <a:pt x="379" y="629"/>
                      <a:pt x="384" y="629"/>
                    </a:cubicBezTo>
                    <a:cubicBezTo>
                      <a:pt x="548" y="619"/>
                      <a:pt x="712" y="455"/>
                      <a:pt x="710" y="308"/>
                    </a:cubicBezTo>
                    <a:cubicBezTo>
                      <a:pt x="705" y="152"/>
                      <a:pt x="543" y="5"/>
                      <a:pt x="371" y="0"/>
                    </a:cubicBezTo>
                    <a:cubicBezTo>
                      <a:pt x="370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6"/>
              <p:cNvSpPr/>
              <p:nvPr/>
            </p:nvSpPr>
            <p:spPr>
              <a:xfrm>
                <a:off x="9244017" y="4661724"/>
                <a:ext cx="24407" cy="2144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9" extrusionOk="0">
                    <a:moveTo>
                      <a:pt x="352" y="0"/>
                    </a:moveTo>
                    <a:cubicBezTo>
                      <a:pt x="342" y="0"/>
                      <a:pt x="332" y="1"/>
                      <a:pt x="322" y="2"/>
                    </a:cubicBezTo>
                    <a:cubicBezTo>
                      <a:pt x="150" y="22"/>
                      <a:pt x="1" y="189"/>
                      <a:pt x="21" y="340"/>
                    </a:cubicBezTo>
                    <a:cubicBezTo>
                      <a:pt x="38" y="494"/>
                      <a:pt x="202" y="628"/>
                      <a:pt x="366" y="628"/>
                    </a:cubicBezTo>
                    <a:cubicBezTo>
                      <a:pt x="369" y="628"/>
                      <a:pt x="372" y="628"/>
                      <a:pt x="375" y="628"/>
                    </a:cubicBezTo>
                    <a:cubicBezTo>
                      <a:pt x="531" y="625"/>
                      <a:pt x="708" y="461"/>
                      <a:pt x="711" y="317"/>
                    </a:cubicBezTo>
                    <a:cubicBezTo>
                      <a:pt x="715" y="160"/>
                      <a:pt x="528" y="0"/>
                      <a:pt x="3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 SemiBold"/>
              <a:buNone/>
              <a:defRPr sz="28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SemiBold"/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SemiBold"/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SemiBold"/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SemiBold"/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SemiBold"/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SemiBold"/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SemiBold"/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SemiBold"/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61" r:id="rId8"/>
    <p:sldLayoutId id="2147483662" r:id="rId9"/>
    <p:sldLayoutId id="2147483663" r:id="rId10"/>
    <p:sldLayoutId id="2147483668" r:id="rId11"/>
    <p:sldLayoutId id="2147483671" r:id="rId12"/>
    <p:sldLayoutId id="214748367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29"/>
          <p:cNvSpPr txBox="1">
            <a:spLocks noGrp="1"/>
          </p:cNvSpPr>
          <p:nvPr>
            <p:ph type="ctrTitle"/>
          </p:nvPr>
        </p:nvSpPr>
        <p:spPr>
          <a:xfrm>
            <a:off x="309275" y="1994882"/>
            <a:ext cx="4900678" cy="18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Music Genre Classification</a:t>
            </a:r>
            <a:br>
              <a:rPr lang="en" dirty="0">
                <a:solidFill>
                  <a:schemeClr val="lt2"/>
                </a:solidFill>
              </a:rPr>
            </a:br>
            <a:r>
              <a:rPr lang="en" sz="2800" dirty="0">
                <a:solidFill>
                  <a:schemeClr val="accent1"/>
                </a:solidFill>
              </a:rPr>
              <a:t>Using Logistic Regression, KNN and PCA+KNN</a:t>
            </a:r>
            <a:endParaRPr sz="2800" dirty="0">
              <a:solidFill>
                <a:schemeClr val="accent1"/>
              </a:solidFill>
            </a:endParaRPr>
          </a:p>
        </p:txBody>
      </p:sp>
      <p:sp>
        <p:nvSpPr>
          <p:cNvPr id="1059" name="Google Shape;1059;p29"/>
          <p:cNvSpPr txBox="1">
            <a:spLocks noGrp="1"/>
          </p:cNvSpPr>
          <p:nvPr>
            <p:ph type="subTitle" idx="1"/>
          </p:nvPr>
        </p:nvSpPr>
        <p:spPr>
          <a:xfrm>
            <a:off x="309275" y="3797582"/>
            <a:ext cx="3858600" cy="6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Roxanne Moe</a:t>
            </a:r>
            <a:endParaRPr dirty="0"/>
          </a:p>
        </p:txBody>
      </p:sp>
      <p:pic>
        <p:nvPicPr>
          <p:cNvPr id="1060" name="Google Shape;1060;p29"/>
          <p:cNvPicPr preferRelativeResize="0"/>
          <p:nvPr/>
        </p:nvPicPr>
        <p:blipFill rotWithShape="1">
          <a:blip r:embed="rId3">
            <a:alphaModFix/>
          </a:blip>
          <a:srcRect l="15060" t="-47398" r="-15060" b="37857"/>
          <a:stretch/>
        </p:blipFill>
        <p:spPr>
          <a:xfrm>
            <a:off x="4633100" y="-3581400"/>
            <a:ext cx="5310300" cy="82773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33"/>
          <p:cNvSpPr txBox="1">
            <a:spLocks noGrp="1"/>
          </p:cNvSpPr>
          <p:nvPr>
            <p:ph type="title"/>
          </p:nvPr>
        </p:nvSpPr>
        <p:spPr>
          <a:xfrm>
            <a:off x="713224" y="539496"/>
            <a:ext cx="4050161" cy="9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and Dataset</a:t>
            </a:r>
            <a:endParaRPr dirty="0"/>
          </a:p>
        </p:txBody>
      </p:sp>
      <p:pic>
        <p:nvPicPr>
          <p:cNvPr id="1098" name="Google Shape;10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0775" y="562200"/>
            <a:ext cx="2677200" cy="4019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sp>
        <p:nvSpPr>
          <p:cNvPr id="1099" name="Google Shape;1099;p33"/>
          <p:cNvSpPr txBox="1">
            <a:spLocks noGrp="1"/>
          </p:cNvSpPr>
          <p:nvPr>
            <p:ph type="body" idx="1"/>
          </p:nvPr>
        </p:nvSpPr>
        <p:spPr>
          <a:xfrm>
            <a:off x="713224" y="1310938"/>
            <a:ext cx="4050160" cy="27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Goal: Predict the top-level genre of a music track from precomputed audio features.</a:t>
            </a:r>
            <a:endParaRPr dirty="0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Dataset: Free Music Archive (FMA) metadata and feature tables.</a:t>
            </a: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Files Used: tracks.csv, genres.csv, and features.csv.</a:t>
            </a: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Final working subset: 6,746 tracks, 8 genres, 518 features. </a:t>
            </a: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Genres Used: Hip-Hop, Pop, Rock, Experimental, Folk, Jazz, Electronic, Soul-RnB.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3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Methods</a:t>
            </a:r>
            <a:endParaRPr dirty="0"/>
          </a:p>
        </p:txBody>
      </p:sp>
      <p:sp>
        <p:nvSpPr>
          <p:cNvPr id="1132" name="Google Shape;1132;p36"/>
          <p:cNvSpPr txBox="1">
            <a:spLocks noGrp="1"/>
          </p:cNvSpPr>
          <p:nvPr>
            <p:ph type="subTitle" idx="1"/>
          </p:nvPr>
        </p:nvSpPr>
        <p:spPr>
          <a:xfrm>
            <a:off x="815235" y="1952749"/>
            <a:ext cx="2495625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Logistic Regression</a:t>
            </a:r>
            <a:endParaRPr dirty="0"/>
          </a:p>
        </p:txBody>
      </p:sp>
      <p:sp>
        <p:nvSpPr>
          <p:cNvPr id="1133" name="Google Shape;1133;p36"/>
          <p:cNvSpPr txBox="1">
            <a:spLocks noGrp="1"/>
          </p:cNvSpPr>
          <p:nvPr>
            <p:ph type="subTitle" idx="2"/>
          </p:nvPr>
        </p:nvSpPr>
        <p:spPr>
          <a:xfrm>
            <a:off x="3408893" y="1952749"/>
            <a:ext cx="23049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KNN</a:t>
            </a:r>
            <a:endParaRPr dirty="0"/>
          </a:p>
        </p:txBody>
      </p:sp>
      <p:sp>
        <p:nvSpPr>
          <p:cNvPr id="1134" name="Google Shape;1134;p36"/>
          <p:cNvSpPr txBox="1">
            <a:spLocks noGrp="1"/>
          </p:cNvSpPr>
          <p:nvPr>
            <p:ph type="subTitle" idx="3"/>
          </p:nvPr>
        </p:nvSpPr>
        <p:spPr>
          <a:xfrm>
            <a:off x="5904518" y="1952749"/>
            <a:ext cx="23049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PCA + KNN</a:t>
            </a:r>
            <a:endParaRPr dirty="0"/>
          </a:p>
        </p:txBody>
      </p:sp>
      <p:sp>
        <p:nvSpPr>
          <p:cNvPr id="1135" name="Google Shape;1135;p36"/>
          <p:cNvSpPr txBox="1">
            <a:spLocks noGrp="1"/>
          </p:cNvSpPr>
          <p:nvPr>
            <p:ph type="body" idx="4"/>
          </p:nvPr>
        </p:nvSpPr>
        <p:spPr>
          <a:xfrm>
            <a:off x="913268" y="2254101"/>
            <a:ext cx="23049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Linear multi-class baseline</a:t>
            </a:r>
            <a:endParaRPr dirty="0"/>
          </a:p>
        </p:txBody>
      </p:sp>
      <p:sp>
        <p:nvSpPr>
          <p:cNvPr id="1136" name="Google Shape;1136;p36"/>
          <p:cNvSpPr txBox="1">
            <a:spLocks noGrp="1"/>
          </p:cNvSpPr>
          <p:nvPr>
            <p:ph type="body" idx="5"/>
          </p:nvPr>
        </p:nvSpPr>
        <p:spPr>
          <a:xfrm>
            <a:off x="3408893" y="2254101"/>
            <a:ext cx="23049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Predicts genre using nearest neighbors in feature space</a:t>
            </a: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137" name="Google Shape;1137;p36"/>
          <p:cNvSpPr txBox="1">
            <a:spLocks noGrp="1"/>
          </p:cNvSpPr>
          <p:nvPr>
            <p:ph type="body" idx="6"/>
          </p:nvPr>
        </p:nvSpPr>
        <p:spPr>
          <a:xfrm>
            <a:off x="5904518" y="2254101"/>
            <a:ext cx="23049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Proposed hybrid method using PCA before KNN to reduce dimensionality.</a:t>
            </a:r>
            <a:endParaRPr dirty="0"/>
          </a:p>
        </p:txBody>
      </p:sp>
      <p:sp>
        <p:nvSpPr>
          <p:cNvPr id="2" name="Google Shape;1135;p36">
            <a:extLst>
              <a:ext uri="{FF2B5EF4-FFF2-40B4-BE49-F238E27FC236}">
                <a16:creationId xmlns:a16="http://schemas.microsoft.com/office/drawing/2014/main" id="{330B1020-9402-EFDB-DF8B-5365EDACFD97}"/>
              </a:ext>
            </a:extLst>
          </p:cNvPr>
          <p:cNvSpPr txBox="1">
            <a:spLocks/>
          </p:cNvSpPr>
          <p:nvPr/>
        </p:nvSpPr>
        <p:spPr>
          <a:xfrm>
            <a:off x="713225" y="3870500"/>
            <a:ext cx="77175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spcAft>
                <a:spcPts val="1600"/>
              </a:spcAft>
              <a:buFont typeface="Montserrat"/>
              <a:buNone/>
            </a:pPr>
            <a:r>
              <a:rPr lang="en-US" dirty="0">
                <a:solidFill>
                  <a:schemeClr val="accent1"/>
                </a:solidFill>
              </a:rPr>
              <a:t>Motivation for PCA + KNN</a:t>
            </a:r>
            <a:r>
              <a:rPr lang="en-US" dirty="0"/>
              <a:t>: KNN can struggle in high-dimensional spaces.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5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Experimental Setup</a:t>
            </a:r>
            <a:endParaRPr dirty="0"/>
          </a:p>
        </p:txBody>
      </p:sp>
      <p:sp>
        <p:nvSpPr>
          <p:cNvPr id="1647" name="Google Shape;1647;p55"/>
          <p:cNvSpPr txBox="1">
            <a:spLocks noGrp="1"/>
          </p:cNvSpPr>
          <p:nvPr>
            <p:ph type="body" idx="1"/>
          </p:nvPr>
        </p:nvSpPr>
        <p:spPr>
          <a:xfrm>
            <a:off x="861238" y="2091589"/>
            <a:ext cx="4337266" cy="1409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>
                <a:solidFill>
                  <a:schemeClr val="hlink"/>
                </a:solidFill>
                <a:uFill>
                  <a:noFill/>
                </a:uFill>
              </a:rPr>
              <a:t>80/20 stratified train-test split.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solidFill>
                <a:schemeClr val="hlink"/>
              </a:solidFill>
              <a:uFill>
                <a:noFill/>
              </a:uFill>
            </a:endParaRP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 err="1">
                <a:solidFill>
                  <a:schemeClr val="hlink"/>
                </a:solidFill>
                <a:uFill>
                  <a:noFill/>
                </a:uFill>
              </a:rPr>
              <a:t>StandardScaler</a:t>
            </a:r>
            <a:r>
              <a:rPr lang="en-US" dirty="0">
                <a:solidFill>
                  <a:schemeClr val="hlink"/>
                </a:solidFill>
                <a:uFill>
                  <a:noFill/>
                </a:uFill>
              </a:rPr>
              <a:t> applied in pipelines for fair comparison.</a:t>
            </a:r>
            <a:endParaRPr lang="en-US" sz="1400" dirty="0">
              <a:solidFill>
                <a:schemeClr val="hlink"/>
              </a:solidFill>
              <a:uFill>
                <a:noFill/>
              </a:u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DBC745-84CE-1436-1976-E8D2639123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56"/>
          <a:stretch>
            <a:fillRect/>
          </a:stretch>
        </p:blipFill>
        <p:spPr bwMode="auto">
          <a:xfrm>
            <a:off x="5198503" y="1143369"/>
            <a:ext cx="2849525" cy="3721341"/>
          </a:xfrm>
          <a:prstGeom prst="rect">
            <a:avLst/>
          </a:prstGeom>
          <a:noFill/>
          <a:effectLst>
            <a:outerShdw blurRad="50800" dist="63500" dir="2700000" sx="101000" sy="101000" algn="tl" rotWithShape="0">
              <a:schemeClr val="accent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>
          <a:extLst>
            <a:ext uri="{FF2B5EF4-FFF2-40B4-BE49-F238E27FC236}">
              <a16:creationId xmlns:a16="http://schemas.microsoft.com/office/drawing/2014/main" id="{5E62AEC8-BD02-E3C1-A98C-EE5BC9CE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55">
            <a:extLst>
              <a:ext uri="{FF2B5EF4-FFF2-40B4-BE49-F238E27FC236}">
                <a16:creationId xmlns:a16="http://schemas.microsoft.com/office/drawing/2014/main" id="{82DEE50D-A783-06BB-22C3-D306264D45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Experimental Setup</a:t>
            </a:r>
            <a:endParaRPr dirty="0"/>
          </a:p>
        </p:txBody>
      </p:sp>
      <p:sp>
        <p:nvSpPr>
          <p:cNvPr id="1647" name="Google Shape;1647;p55">
            <a:extLst>
              <a:ext uri="{FF2B5EF4-FFF2-40B4-BE49-F238E27FC236}">
                <a16:creationId xmlns:a16="http://schemas.microsoft.com/office/drawing/2014/main" id="{4CAE9F8D-9569-30C9-A527-CC577110D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5972" y="2091589"/>
            <a:ext cx="3476003" cy="1409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>
                <a:solidFill>
                  <a:schemeClr val="hlink"/>
                </a:solidFill>
                <a:uFill>
                  <a:noFill/>
                </a:uFill>
              </a:rPr>
              <a:t>KNN test ed with k = 3, 5, 7, 9.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12EBB8-96EB-AA36-D35E-DA56BDCD83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32"/>
          <a:stretch>
            <a:fillRect/>
          </a:stretch>
        </p:blipFill>
        <p:spPr bwMode="auto">
          <a:xfrm>
            <a:off x="4571975" y="1489868"/>
            <a:ext cx="4093535" cy="2163763"/>
          </a:xfrm>
          <a:prstGeom prst="rect">
            <a:avLst/>
          </a:prstGeom>
          <a:noFill/>
          <a:effectLst>
            <a:outerShdw blurRad="50800" dist="63500" dir="2700000" sx="102000" sy="102000" algn="tl" rotWithShape="0">
              <a:schemeClr val="accent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43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>
          <a:extLst>
            <a:ext uri="{FF2B5EF4-FFF2-40B4-BE49-F238E27FC236}">
              <a16:creationId xmlns:a16="http://schemas.microsoft.com/office/drawing/2014/main" id="{FED0D688-432C-A1B6-2A16-0CA152A4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55">
            <a:extLst>
              <a:ext uri="{FF2B5EF4-FFF2-40B4-BE49-F238E27FC236}">
                <a16:creationId xmlns:a16="http://schemas.microsoft.com/office/drawing/2014/main" id="{755D93F4-8519-09A0-307C-A2746B5C9C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Experimental Setup</a:t>
            </a:r>
            <a:endParaRPr dirty="0"/>
          </a:p>
        </p:txBody>
      </p:sp>
      <p:sp>
        <p:nvSpPr>
          <p:cNvPr id="1647" name="Google Shape;1647;p55">
            <a:extLst>
              <a:ext uri="{FF2B5EF4-FFF2-40B4-BE49-F238E27FC236}">
                <a16:creationId xmlns:a16="http://schemas.microsoft.com/office/drawing/2014/main" id="{83D11EC4-3B8A-371C-1367-1CDA37342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5003" y="2091587"/>
            <a:ext cx="3323560" cy="1409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>
                <a:solidFill>
                  <a:schemeClr val="hlink"/>
                </a:solidFill>
                <a:uFill>
                  <a:noFill/>
                </a:uFill>
              </a:rPr>
              <a:t>PCA + KNN tested with 20, 50, and 100 components; k = 3, 5, 7.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7CCA85E-138E-395C-1E8C-8AEF1C221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868" y="1639791"/>
            <a:ext cx="5107215" cy="2313320"/>
          </a:xfrm>
          <a:prstGeom prst="rect">
            <a:avLst/>
          </a:prstGeom>
          <a:noFill/>
          <a:effectLst>
            <a:outerShdw blurRad="50800" dist="63500" dir="2700000" sx="102000" sy="102000" algn="tl" rotWithShape="0">
              <a:schemeClr val="accent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64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graphicFrame>
        <p:nvGraphicFramePr>
          <p:cNvPr id="1295" name="Google Shape;1295;p41"/>
          <p:cNvGraphicFramePr/>
          <p:nvPr>
            <p:extLst>
              <p:ext uri="{D42A27DB-BD31-4B8C-83A1-F6EECF244321}">
                <p14:modId xmlns:p14="http://schemas.microsoft.com/office/powerpoint/2010/main" val="46796657"/>
              </p:ext>
            </p:extLst>
          </p:nvPr>
        </p:nvGraphicFramePr>
        <p:xfrm>
          <a:off x="1225642" y="1373180"/>
          <a:ext cx="6692666" cy="2397140"/>
        </p:xfrm>
        <a:graphic>
          <a:graphicData uri="http://schemas.openxmlformats.org/drawingml/2006/table">
            <a:tbl>
              <a:tblPr>
                <a:noFill/>
                <a:tableStyleId>{D37B0593-4882-4E3E-9CAC-9F845B1AD733}</a:tableStyleId>
              </a:tblPr>
              <a:tblGrid>
                <a:gridCol w="2280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1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</a:t>
                      </a:r>
                      <a:r>
                        <a:rPr lang="en" sz="1900" dirty="0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 Setting</a:t>
                      </a:r>
                      <a:endParaRPr sz="1900" dirty="0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 dirty="0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Accuracy </a:t>
                      </a:r>
                      <a:endParaRPr sz="1900" dirty="0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Logistic Regression</a:t>
                      </a:r>
                      <a:endParaRPr sz="1800" dirty="0">
                        <a:solidFill>
                          <a:schemeClr val="accen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5486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Default multinominal setup</a:t>
                      </a:r>
                      <a:endParaRPr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0.5319</a:t>
                      </a:r>
                      <a:endParaRPr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KNN</a:t>
                      </a:r>
                      <a:endParaRPr sz="1800" dirty="0">
                        <a:solidFill>
                          <a:schemeClr val="accen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5486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</a:t>
                      </a:r>
                      <a:r>
                        <a:rPr lang="en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= 7</a:t>
                      </a:r>
                      <a:endParaRPr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0.5044</a:t>
                      </a:r>
                      <a:endParaRPr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PCA + KNN</a:t>
                      </a:r>
                      <a:endParaRPr sz="1800" dirty="0">
                        <a:solidFill>
                          <a:schemeClr val="accen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5486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 components, k = 7</a:t>
                      </a:r>
                      <a:endParaRPr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0.5044</a:t>
                      </a:r>
                      <a:endParaRPr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96" name="Google Shape;1296;p41"/>
          <p:cNvGrpSpPr/>
          <p:nvPr/>
        </p:nvGrpSpPr>
        <p:grpSpPr>
          <a:xfrm>
            <a:off x="1276165" y="2296827"/>
            <a:ext cx="323439" cy="274923"/>
            <a:chOff x="4660325" y="1866850"/>
            <a:chExt cx="68350" cy="58100"/>
          </a:xfrm>
        </p:grpSpPr>
        <p:sp>
          <p:nvSpPr>
            <p:cNvPr id="1297" name="Google Shape;1297;p41"/>
            <p:cNvSpPr/>
            <p:nvPr/>
          </p:nvSpPr>
          <p:spPr>
            <a:xfrm>
              <a:off x="466032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1"/>
            <p:cNvSpPr/>
            <p:nvPr/>
          </p:nvSpPr>
          <p:spPr>
            <a:xfrm>
              <a:off x="469097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9" name="Google Shape;1299;p41"/>
          <p:cNvGrpSpPr/>
          <p:nvPr/>
        </p:nvGrpSpPr>
        <p:grpSpPr>
          <a:xfrm>
            <a:off x="1280012" y="2850256"/>
            <a:ext cx="315749" cy="174962"/>
            <a:chOff x="4791775" y="1877500"/>
            <a:chExt cx="66725" cy="36975"/>
          </a:xfrm>
        </p:grpSpPr>
        <p:sp>
          <p:nvSpPr>
            <p:cNvPr id="1300" name="Google Shape;1300;p41"/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1"/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2" name="Google Shape;1302;p41"/>
          <p:cNvGrpSpPr/>
          <p:nvPr/>
        </p:nvGrpSpPr>
        <p:grpSpPr>
          <a:xfrm>
            <a:off x="1297052" y="3361578"/>
            <a:ext cx="281678" cy="174962"/>
            <a:chOff x="4923925" y="1877500"/>
            <a:chExt cx="59525" cy="36975"/>
          </a:xfrm>
        </p:grpSpPr>
        <p:sp>
          <p:nvSpPr>
            <p:cNvPr id="1303" name="Google Shape;1303;p41"/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1"/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647;p55">
            <a:extLst>
              <a:ext uri="{FF2B5EF4-FFF2-40B4-BE49-F238E27FC236}">
                <a16:creationId xmlns:a16="http://schemas.microsoft.com/office/drawing/2014/main" id="{A15F699F-7757-65F4-6E45-6A1A1362C56A}"/>
              </a:ext>
            </a:extLst>
          </p:cNvPr>
          <p:cNvSpPr txBox="1">
            <a:spLocks/>
          </p:cNvSpPr>
          <p:nvPr/>
        </p:nvSpPr>
        <p:spPr>
          <a:xfrm>
            <a:off x="547837" y="3809725"/>
            <a:ext cx="7293090" cy="4782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>
              <a:buSzPts val="1400"/>
            </a:pPr>
            <a:r>
              <a:rPr lang="en-US" dirty="0">
                <a:solidFill>
                  <a:schemeClr val="hlink"/>
                </a:solidFill>
                <a:uFill>
                  <a:noFill/>
                </a:uFill>
              </a:rPr>
              <a:t>Logistic regression performed best overall. </a:t>
            </a:r>
          </a:p>
        </p:txBody>
      </p:sp>
      <p:grpSp>
        <p:nvGrpSpPr>
          <p:cNvPr id="3" name="Google Shape;1605;p52">
            <a:extLst>
              <a:ext uri="{FF2B5EF4-FFF2-40B4-BE49-F238E27FC236}">
                <a16:creationId xmlns:a16="http://schemas.microsoft.com/office/drawing/2014/main" id="{C98B7544-8184-6F1F-72A1-ADD9720AFD35}"/>
              </a:ext>
            </a:extLst>
          </p:cNvPr>
          <p:cNvGrpSpPr/>
          <p:nvPr/>
        </p:nvGrpSpPr>
        <p:grpSpPr>
          <a:xfrm>
            <a:off x="333621" y="3809725"/>
            <a:ext cx="385106" cy="394920"/>
            <a:chOff x="7541397" y="2904802"/>
            <a:chExt cx="318495" cy="352209"/>
          </a:xfrm>
        </p:grpSpPr>
        <p:sp>
          <p:nvSpPr>
            <p:cNvPr id="4" name="Google Shape;1606;p52">
              <a:extLst>
                <a:ext uri="{FF2B5EF4-FFF2-40B4-BE49-F238E27FC236}">
                  <a16:creationId xmlns:a16="http://schemas.microsoft.com/office/drawing/2014/main" id="{FD9492F1-A540-FBEB-DD85-F9DFB2A37E23}"/>
                </a:ext>
              </a:extLst>
            </p:cNvPr>
            <p:cNvSpPr/>
            <p:nvPr/>
          </p:nvSpPr>
          <p:spPr>
            <a:xfrm>
              <a:off x="7541397" y="2904802"/>
              <a:ext cx="318495" cy="352209"/>
            </a:xfrm>
            <a:custGeom>
              <a:avLst/>
              <a:gdLst/>
              <a:ahLst/>
              <a:cxnLst/>
              <a:rect l="l" t="t" r="r" b="b"/>
              <a:pathLst>
                <a:path w="10014" h="11074" extrusionOk="0">
                  <a:moveTo>
                    <a:pt x="2287" y="1763"/>
                  </a:moveTo>
                  <a:lnTo>
                    <a:pt x="2453" y="3941"/>
                  </a:lnTo>
                  <a:cubicBezTo>
                    <a:pt x="2501" y="4501"/>
                    <a:pt x="2668" y="5037"/>
                    <a:pt x="2918" y="5537"/>
                  </a:cubicBezTo>
                  <a:lnTo>
                    <a:pt x="2096" y="5120"/>
                  </a:lnTo>
                  <a:cubicBezTo>
                    <a:pt x="1560" y="4846"/>
                    <a:pt x="1120" y="4430"/>
                    <a:pt x="787" y="3929"/>
                  </a:cubicBezTo>
                  <a:cubicBezTo>
                    <a:pt x="477" y="3418"/>
                    <a:pt x="310" y="2822"/>
                    <a:pt x="310" y="2227"/>
                  </a:cubicBezTo>
                  <a:lnTo>
                    <a:pt x="310" y="1977"/>
                  </a:lnTo>
                  <a:cubicBezTo>
                    <a:pt x="310" y="1858"/>
                    <a:pt x="406" y="1763"/>
                    <a:pt x="525" y="1763"/>
                  </a:cubicBezTo>
                  <a:close/>
                  <a:moveTo>
                    <a:pt x="7383" y="1036"/>
                  </a:moveTo>
                  <a:lnTo>
                    <a:pt x="7168" y="3799"/>
                  </a:lnTo>
                  <a:cubicBezTo>
                    <a:pt x="7168" y="3882"/>
                    <a:pt x="7228" y="3953"/>
                    <a:pt x="7323" y="3977"/>
                  </a:cubicBezTo>
                  <a:cubicBezTo>
                    <a:pt x="7406" y="3977"/>
                    <a:pt x="7490" y="3918"/>
                    <a:pt x="7502" y="3822"/>
                  </a:cubicBezTo>
                  <a:lnTo>
                    <a:pt x="7645" y="1751"/>
                  </a:lnTo>
                  <a:lnTo>
                    <a:pt x="9419" y="1751"/>
                  </a:lnTo>
                  <a:cubicBezTo>
                    <a:pt x="9538" y="1751"/>
                    <a:pt x="9633" y="1846"/>
                    <a:pt x="9633" y="1965"/>
                  </a:cubicBezTo>
                  <a:lnTo>
                    <a:pt x="9633" y="2227"/>
                  </a:lnTo>
                  <a:lnTo>
                    <a:pt x="9645" y="2227"/>
                  </a:lnTo>
                  <a:cubicBezTo>
                    <a:pt x="9645" y="2822"/>
                    <a:pt x="9478" y="3418"/>
                    <a:pt x="9169" y="3929"/>
                  </a:cubicBezTo>
                  <a:cubicBezTo>
                    <a:pt x="8859" y="4430"/>
                    <a:pt x="8395" y="4846"/>
                    <a:pt x="7859" y="5120"/>
                  </a:cubicBezTo>
                  <a:lnTo>
                    <a:pt x="7037" y="5525"/>
                  </a:lnTo>
                  <a:cubicBezTo>
                    <a:pt x="7204" y="5239"/>
                    <a:pt x="7323" y="4930"/>
                    <a:pt x="7395" y="4596"/>
                  </a:cubicBezTo>
                  <a:cubicBezTo>
                    <a:pt x="7406" y="4501"/>
                    <a:pt x="7371" y="4418"/>
                    <a:pt x="7275" y="4406"/>
                  </a:cubicBezTo>
                  <a:cubicBezTo>
                    <a:pt x="7265" y="4404"/>
                    <a:pt x="7255" y="4404"/>
                    <a:pt x="7244" y="4404"/>
                  </a:cubicBezTo>
                  <a:cubicBezTo>
                    <a:pt x="7170" y="4404"/>
                    <a:pt x="7095" y="4441"/>
                    <a:pt x="7085" y="4525"/>
                  </a:cubicBezTo>
                  <a:cubicBezTo>
                    <a:pt x="6966" y="5013"/>
                    <a:pt x="6740" y="5477"/>
                    <a:pt x="6430" y="5858"/>
                  </a:cubicBezTo>
                  <a:lnTo>
                    <a:pt x="6418" y="5882"/>
                  </a:lnTo>
                  <a:cubicBezTo>
                    <a:pt x="6240" y="6096"/>
                    <a:pt x="6025" y="6311"/>
                    <a:pt x="5787" y="6489"/>
                  </a:cubicBezTo>
                  <a:lnTo>
                    <a:pt x="4156" y="6489"/>
                  </a:lnTo>
                  <a:cubicBezTo>
                    <a:pt x="3930" y="6311"/>
                    <a:pt x="3715" y="6120"/>
                    <a:pt x="3537" y="5894"/>
                  </a:cubicBezTo>
                  <a:cubicBezTo>
                    <a:pt x="3525" y="5882"/>
                    <a:pt x="3525" y="5858"/>
                    <a:pt x="3513" y="5846"/>
                  </a:cubicBezTo>
                  <a:cubicBezTo>
                    <a:pt x="3084" y="5299"/>
                    <a:pt x="2811" y="4608"/>
                    <a:pt x="2751" y="3894"/>
                  </a:cubicBezTo>
                  <a:lnTo>
                    <a:pt x="2549" y="1036"/>
                  </a:lnTo>
                  <a:close/>
                  <a:moveTo>
                    <a:pt x="5668" y="6811"/>
                  </a:moveTo>
                  <a:cubicBezTo>
                    <a:pt x="5680" y="6811"/>
                    <a:pt x="5692" y="6835"/>
                    <a:pt x="5692" y="6835"/>
                  </a:cubicBezTo>
                  <a:cubicBezTo>
                    <a:pt x="5740" y="6858"/>
                    <a:pt x="5751" y="6906"/>
                    <a:pt x="5751" y="6954"/>
                  </a:cubicBezTo>
                  <a:lnTo>
                    <a:pt x="5751" y="7049"/>
                  </a:lnTo>
                  <a:cubicBezTo>
                    <a:pt x="5787" y="7120"/>
                    <a:pt x="5716" y="7192"/>
                    <a:pt x="5644" y="7192"/>
                  </a:cubicBezTo>
                  <a:lnTo>
                    <a:pt x="4311" y="7192"/>
                  </a:lnTo>
                  <a:cubicBezTo>
                    <a:pt x="4239" y="7192"/>
                    <a:pt x="4180" y="7132"/>
                    <a:pt x="4180" y="7049"/>
                  </a:cubicBezTo>
                  <a:lnTo>
                    <a:pt x="4180" y="6954"/>
                  </a:lnTo>
                  <a:cubicBezTo>
                    <a:pt x="4180" y="6906"/>
                    <a:pt x="4216" y="6858"/>
                    <a:pt x="4239" y="6835"/>
                  </a:cubicBezTo>
                  <a:cubicBezTo>
                    <a:pt x="4251" y="6835"/>
                    <a:pt x="4275" y="6811"/>
                    <a:pt x="4275" y="6811"/>
                  </a:cubicBezTo>
                  <a:close/>
                  <a:moveTo>
                    <a:pt x="5382" y="7513"/>
                  </a:moveTo>
                  <a:cubicBezTo>
                    <a:pt x="5466" y="7787"/>
                    <a:pt x="5656" y="8013"/>
                    <a:pt x="5906" y="8156"/>
                  </a:cubicBezTo>
                  <a:lnTo>
                    <a:pt x="6013" y="8216"/>
                  </a:lnTo>
                  <a:cubicBezTo>
                    <a:pt x="6180" y="8287"/>
                    <a:pt x="6263" y="8454"/>
                    <a:pt x="6263" y="8632"/>
                  </a:cubicBezTo>
                  <a:lnTo>
                    <a:pt x="6263" y="8668"/>
                  </a:lnTo>
                  <a:lnTo>
                    <a:pt x="3680" y="8668"/>
                  </a:lnTo>
                  <a:lnTo>
                    <a:pt x="3680" y="8632"/>
                  </a:lnTo>
                  <a:cubicBezTo>
                    <a:pt x="3680" y="8454"/>
                    <a:pt x="3775" y="8299"/>
                    <a:pt x="3930" y="8216"/>
                  </a:cubicBezTo>
                  <a:lnTo>
                    <a:pt x="4037" y="8156"/>
                  </a:lnTo>
                  <a:cubicBezTo>
                    <a:pt x="4287" y="8025"/>
                    <a:pt x="4477" y="7799"/>
                    <a:pt x="4537" y="7513"/>
                  </a:cubicBezTo>
                  <a:close/>
                  <a:moveTo>
                    <a:pt x="6966" y="8978"/>
                  </a:moveTo>
                  <a:cubicBezTo>
                    <a:pt x="7168" y="8978"/>
                    <a:pt x="7347" y="9156"/>
                    <a:pt x="7347" y="9359"/>
                  </a:cubicBezTo>
                  <a:lnTo>
                    <a:pt x="7347" y="10002"/>
                  </a:lnTo>
                  <a:lnTo>
                    <a:pt x="2572" y="10002"/>
                  </a:lnTo>
                  <a:lnTo>
                    <a:pt x="2572" y="9359"/>
                  </a:lnTo>
                  <a:cubicBezTo>
                    <a:pt x="2572" y="9156"/>
                    <a:pt x="2751" y="8978"/>
                    <a:pt x="2953" y="8978"/>
                  </a:cubicBezTo>
                  <a:close/>
                  <a:moveTo>
                    <a:pt x="7859" y="10347"/>
                  </a:moveTo>
                  <a:lnTo>
                    <a:pt x="7859" y="10716"/>
                  </a:lnTo>
                  <a:lnTo>
                    <a:pt x="2084" y="10716"/>
                  </a:lnTo>
                  <a:lnTo>
                    <a:pt x="2084" y="10347"/>
                  </a:lnTo>
                  <a:close/>
                  <a:moveTo>
                    <a:pt x="2132" y="0"/>
                  </a:moveTo>
                  <a:cubicBezTo>
                    <a:pt x="1930" y="0"/>
                    <a:pt x="1763" y="167"/>
                    <a:pt x="1763" y="358"/>
                  </a:cubicBezTo>
                  <a:lnTo>
                    <a:pt x="1763" y="703"/>
                  </a:lnTo>
                  <a:cubicBezTo>
                    <a:pt x="1763" y="893"/>
                    <a:pt x="1930" y="1060"/>
                    <a:pt x="2132" y="1060"/>
                  </a:cubicBezTo>
                  <a:lnTo>
                    <a:pt x="2251" y="1060"/>
                  </a:lnTo>
                  <a:lnTo>
                    <a:pt x="2275" y="1441"/>
                  </a:lnTo>
                  <a:lnTo>
                    <a:pt x="537" y="1441"/>
                  </a:lnTo>
                  <a:cubicBezTo>
                    <a:pt x="239" y="1441"/>
                    <a:pt x="1" y="1679"/>
                    <a:pt x="1" y="1977"/>
                  </a:cubicBezTo>
                  <a:lnTo>
                    <a:pt x="1" y="2227"/>
                  </a:lnTo>
                  <a:cubicBezTo>
                    <a:pt x="1" y="2882"/>
                    <a:pt x="179" y="3537"/>
                    <a:pt x="537" y="4108"/>
                  </a:cubicBezTo>
                  <a:cubicBezTo>
                    <a:pt x="870" y="4668"/>
                    <a:pt x="1382" y="5120"/>
                    <a:pt x="1965" y="5418"/>
                  </a:cubicBezTo>
                  <a:lnTo>
                    <a:pt x="3239" y="6061"/>
                  </a:lnTo>
                  <a:cubicBezTo>
                    <a:pt x="3251" y="6061"/>
                    <a:pt x="3275" y="6073"/>
                    <a:pt x="3287" y="6085"/>
                  </a:cubicBezTo>
                  <a:cubicBezTo>
                    <a:pt x="3287" y="6085"/>
                    <a:pt x="3287" y="6096"/>
                    <a:pt x="3299" y="6096"/>
                  </a:cubicBezTo>
                  <a:cubicBezTo>
                    <a:pt x="3311" y="6120"/>
                    <a:pt x="3334" y="6144"/>
                    <a:pt x="3334" y="6180"/>
                  </a:cubicBezTo>
                  <a:cubicBezTo>
                    <a:pt x="3334" y="6251"/>
                    <a:pt x="3275" y="6311"/>
                    <a:pt x="3192" y="6311"/>
                  </a:cubicBezTo>
                  <a:lnTo>
                    <a:pt x="3013" y="6311"/>
                  </a:lnTo>
                  <a:cubicBezTo>
                    <a:pt x="2930" y="6311"/>
                    <a:pt x="2858" y="6382"/>
                    <a:pt x="2858" y="6477"/>
                  </a:cubicBezTo>
                  <a:cubicBezTo>
                    <a:pt x="2858" y="6561"/>
                    <a:pt x="2930" y="6632"/>
                    <a:pt x="3013" y="6632"/>
                  </a:cubicBezTo>
                  <a:lnTo>
                    <a:pt x="3192" y="6632"/>
                  </a:lnTo>
                  <a:cubicBezTo>
                    <a:pt x="3358" y="6632"/>
                    <a:pt x="3489" y="6549"/>
                    <a:pt x="3585" y="6430"/>
                  </a:cubicBezTo>
                  <a:cubicBezTo>
                    <a:pt x="3692" y="6537"/>
                    <a:pt x="3811" y="6632"/>
                    <a:pt x="3930" y="6739"/>
                  </a:cubicBezTo>
                  <a:cubicBezTo>
                    <a:pt x="3882" y="6811"/>
                    <a:pt x="3870" y="6894"/>
                    <a:pt x="3870" y="6977"/>
                  </a:cubicBezTo>
                  <a:lnTo>
                    <a:pt x="3870" y="7085"/>
                  </a:lnTo>
                  <a:cubicBezTo>
                    <a:pt x="3870" y="7311"/>
                    <a:pt x="4025" y="7501"/>
                    <a:pt x="4239" y="7549"/>
                  </a:cubicBezTo>
                  <a:cubicBezTo>
                    <a:pt x="4180" y="7692"/>
                    <a:pt x="4073" y="7823"/>
                    <a:pt x="3906" y="7906"/>
                  </a:cubicBezTo>
                  <a:lnTo>
                    <a:pt x="3811" y="7966"/>
                  </a:lnTo>
                  <a:cubicBezTo>
                    <a:pt x="3537" y="8097"/>
                    <a:pt x="3370" y="8359"/>
                    <a:pt x="3370" y="8656"/>
                  </a:cubicBezTo>
                  <a:lnTo>
                    <a:pt x="3370" y="8704"/>
                  </a:lnTo>
                  <a:lnTo>
                    <a:pt x="3001" y="8704"/>
                  </a:lnTo>
                  <a:cubicBezTo>
                    <a:pt x="2620" y="8704"/>
                    <a:pt x="2287" y="9037"/>
                    <a:pt x="2287" y="9418"/>
                  </a:cubicBezTo>
                  <a:lnTo>
                    <a:pt x="2287" y="10061"/>
                  </a:lnTo>
                  <a:lnTo>
                    <a:pt x="2025" y="10061"/>
                  </a:lnTo>
                  <a:cubicBezTo>
                    <a:pt x="1906" y="10061"/>
                    <a:pt x="1799" y="10168"/>
                    <a:pt x="1799" y="10287"/>
                  </a:cubicBezTo>
                  <a:lnTo>
                    <a:pt x="1799" y="10847"/>
                  </a:lnTo>
                  <a:cubicBezTo>
                    <a:pt x="1799" y="10966"/>
                    <a:pt x="1906" y="11073"/>
                    <a:pt x="2025" y="11073"/>
                  </a:cubicBezTo>
                  <a:lnTo>
                    <a:pt x="8002" y="11073"/>
                  </a:lnTo>
                  <a:cubicBezTo>
                    <a:pt x="8121" y="11073"/>
                    <a:pt x="8228" y="10966"/>
                    <a:pt x="8228" y="10847"/>
                  </a:cubicBezTo>
                  <a:lnTo>
                    <a:pt x="8228" y="10287"/>
                  </a:lnTo>
                  <a:cubicBezTo>
                    <a:pt x="8228" y="10168"/>
                    <a:pt x="8121" y="10061"/>
                    <a:pt x="8002" y="10061"/>
                  </a:cubicBezTo>
                  <a:lnTo>
                    <a:pt x="7740" y="10061"/>
                  </a:lnTo>
                  <a:lnTo>
                    <a:pt x="7740" y="9418"/>
                  </a:lnTo>
                  <a:cubicBezTo>
                    <a:pt x="7740" y="9037"/>
                    <a:pt x="7406" y="8704"/>
                    <a:pt x="7025" y="8704"/>
                  </a:cubicBezTo>
                  <a:lnTo>
                    <a:pt x="6644" y="8704"/>
                  </a:lnTo>
                  <a:lnTo>
                    <a:pt x="6644" y="8656"/>
                  </a:lnTo>
                  <a:cubicBezTo>
                    <a:pt x="6644" y="8359"/>
                    <a:pt x="6490" y="8097"/>
                    <a:pt x="6216" y="7966"/>
                  </a:cubicBezTo>
                  <a:lnTo>
                    <a:pt x="6109" y="7906"/>
                  </a:lnTo>
                  <a:cubicBezTo>
                    <a:pt x="5966" y="7823"/>
                    <a:pt x="5847" y="7692"/>
                    <a:pt x="5787" y="7549"/>
                  </a:cubicBezTo>
                  <a:cubicBezTo>
                    <a:pt x="5990" y="7501"/>
                    <a:pt x="6156" y="7323"/>
                    <a:pt x="6156" y="7085"/>
                  </a:cubicBezTo>
                  <a:lnTo>
                    <a:pt x="6156" y="6977"/>
                  </a:lnTo>
                  <a:cubicBezTo>
                    <a:pt x="6156" y="6894"/>
                    <a:pt x="6132" y="6811"/>
                    <a:pt x="6097" y="6739"/>
                  </a:cubicBezTo>
                  <a:cubicBezTo>
                    <a:pt x="6216" y="6656"/>
                    <a:pt x="6335" y="6549"/>
                    <a:pt x="6442" y="6430"/>
                  </a:cubicBezTo>
                  <a:cubicBezTo>
                    <a:pt x="6513" y="6561"/>
                    <a:pt x="6668" y="6632"/>
                    <a:pt x="6823" y="6632"/>
                  </a:cubicBezTo>
                  <a:lnTo>
                    <a:pt x="7002" y="6632"/>
                  </a:lnTo>
                  <a:cubicBezTo>
                    <a:pt x="7097" y="6632"/>
                    <a:pt x="7168" y="6561"/>
                    <a:pt x="7168" y="6477"/>
                  </a:cubicBezTo>
                  <a:cubicBezTo>
                    <a:pt x="7168" y="6382"/>
                    <a:pt x="7097" y="6311"/>
                    <a:pt x="7002" y="6311"/>
                  </a:cubicBezTo>
                  <a:lnTo>
                    <a:pt x="6823" y="6311"/>
                  </a:lnTo>
                  <a:cubicBezTo>
                    <a:pt x="6752" y="6311"/>
                    <a:pt x="6692" y="6251"/>
                    <a:pt x="6692" y="6180"/>
                  </a:cubicBezTo>
                  <a:cubicBezTo>
                    <a:pt x="6692" y="6144"/>
                    <a:pt x="6704" y="6120"/>
                    <a:pt x="6728" y="6085"/>
                  </a:cubicBezTo>
                  <a:cubicBezTo>
                    <a:pt x="6740" y="6073"/>
                    <a:pt x="6752" y="6061"/>
                    <a:pt x="6763" y="6061"/>
                  </a:cubicBezTo>
                  <a:lnTo>
                    <a:pt x="8049" y="5418"/>
                  </a:lnTo>
                  <a:cubicBezTo>
                    <a:pt x="8645" y="5120"/>
                    <a:pt x="9133" y="4668"/>
                    <a:pt x="9478" y="4108"/>
                  </a:cubicBezTo>
                  <a:cubicBezTo>
                    <a:pt x="9823" y="3537"/>
                    <a:pt x="10014" y="2906"/>
                    <a:pt x="10014" y="2227"/>
                  </a:cubicBezTo>
                  <a:lnTo>
                    <a:pt x="10014" y="1977"/>
                  </a:lnTo>
                  <a:cubicBezTo>
                    <a:pt x="9954" y="1679"/>
                    <a:pt x="9716" y="1441"/>
                    <a:pt x="9430" y="1441"/>
                  </a:cubicBezTo>
                  <a:lnTo>
                    <a:pt x="7692" y="1441"/>
                  </a:lnTo>
                  <a:lnTo>
                    <a:pt x="7728" y="1060"/>
                  </a:lnTo>
                  <a:lnTo>
                    <a:pt x="7847" y="1060"/>
                  </a:lnTo>
                  <a:cubicBezTo>
                    <a:pt x="8037" y="1060"/>
                    <a:pt x="8204" y="893"/>
                    <a:pt x="8204" y="703"/>
                  </a:cubicBezTo>
                  <a:lnTo>
                    <a:pt x="8204" y="358"/>
                  </a:lnTo>
                  <a:cubicBezTo>
                    <a:pt x="8204" y="167"/>
                    <a:pt x="8037" y="0"/>
                    <a:pt x="7847" y="0"/>
                  </a:cubicBezTo>
                  <a:lnTo>
                    <a:pt x="3501" y="0"/>
                  </a:lnTo>
                  <a:cubicBezTo>
                    <a:pt x="3406" y="0"/>
                    <a:pt x="3334" y="72"/>
                    <a:pt x="3334" y="167"/>
                  </a:cubicBezTo>
                  <a:cubicBezTo>
                    <a:pt x="3334" y="250"/>
                    <a:pt x="3406" y="322"/>
                    <a:pt x="3501" y="322"/>
                  </a:cubicBezTo>
                  <a:lnTo>
                    <a:pt x="7847" y="322"/>
                  </a:lnTo>
                  <a:cubicBezTo>
                    <a:pt x="7859" y="322"/>
                    <a:pt x="7883" y="346"/>
                    <a:pt x="7883" y="370"/>
                  </a:cubicBezTo>
                  <a:lnTo>
                    <a:pt x="7883" y="715"/>
                  </a:lnTo>
                  <a:cubicBezTo>
                    <a:pt x="7883" y="727"/>
                    <a:pt x="7871" y="762"/>
                    <a:pt x="7847" y="762"/>
                  </a:cubicBezTo>
                  <a:lnTo>
                    <a:pt x="2132" y="762"/>
                  </a:lnTo>
                  <a:cubicBezTo>
                    <a:pt x="2108" y="762"/>
                    <a:pt x="2084" y="739"/>
                    <a:pt x="2084" y="715"/>
                  </a:cubicBezTo>
                  <a:lnTo>
                    <a:pt x="2084" y="370"/>
                  </a:lnTo>
                  <a:cubicBezTo>
                    <a:pt x="2084" y="358"/>
                    <a:pt x="2096" y="322"/>
                    <a:pt x="2132" y="322"/>
                  </a:cubicBezTo>
                  <a:lnTo>
                    <a:pt x="2739" y="322"/>
                  </a:lnTo>
                  <a:cubicBezTo>
                    <a:pt x="2823" y="322"/>
                    <a:pt x="2894" y="250"/>
                    <a:pt x="2894" y="167"/>
                  </a:cubicBezTo>
                  <a:cubicBezTo>
                    <a:pt x="2894" y="72"/>
                    <a:pt x="2823" y="0"/>
                    <a:pt x="27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07;p52">
              <a:extLst>
                <a:ext uri="{FF2B5EF4-FFF2-40B4-BE49-F238E27FC236}">
                  <a16:creationId xmlns:a16="http://schemas.microsoft.com/office/drawing/2014/main" id="{F4681595-2F9F-F16D-DC21-8E1B6E7D5BFE}"/>
                </a:ext>
              </a:extLst>
            </p:cNvPr>
            <p:cNvSpPr/>
            <p:nvPr/>
          </p:nvSpPr>
          <p:spPr>
            <a:xfrm>
              <a:off x="7642505" y="2952128"/>
              <a:ext cx="112876" cy="106451"/>
            </a:xfrm>
            <a:custGeom>
              <a:avLst/>
              <a:gdLst/>
              <a:ahLst/>
              <a:cxnLst/>
              <a:rect l="l" t="t" r="r" b="b"/>
              <a:pathLst>
                <a:path w="3549" h="3347" extrusionOk="0">
                  <a:moveTo>
                    <a:pt x="1822" y="548"/>
                  </a:moveTo>
                  <a:lnTo>
                    <a:pt x="2084" y="1287"/>
                  </a:lnTo>
                  <a:cubicBezTo>
                    <a:pt x="2120" y="1346"/>
                    <a:pt x="2156" y="1394"/>
                    <a:pt x="2239" y="1394"/>
                  </a:cubicBezTo>
                  <a:lnTo>
                    <a:pt x="3037" y="1429"/>
                  </a:lnTo>
                  <a:lnTo>
                    <a:pt x="2382" y="1918"/>
                  </a:lnTo>
                  <a:cubicBezTo>
                    <a:pt x="2322" y="1965"/>
                    <a:pt x="2311" y="2025"/>
                    <a:pt x="2322" y="2096"/>
                  </a:cubicBezTo>
                  <a:lnTo>
                    <a:pt x="2549" y="2870"/>
                  </a:lnTo>
                  <a:lnTo>
                    <a:pt x="1894" y="2430"/>
                  </a:lnTo>
                  <a:cubicBezTo>
                    <a:pt x="1864" y="2412"/>
                    <a:pt x="1831" y="2403"/>
                    <a:pt x="1800" y="2403"/>
                  </a:cubicBezTo>
                  <a:cubicBezTo>
                    <a:pt x="1769" y="2403"/>
                    <a:pt x="1739" y="2412"/>
                    <a:pt x="1715" y="2430"/>
                  </a:cubicBezTo>
                  <a:lnTo>
                    <a:pt x="1060" y="2870"/>
                  </a:lnTo>
                  <a:lnTo>
                    <a:pt x="1287" y="2096"/>
                  </a:lnTo>
                  <a:cubicBezTo>
                    <a:pt x="1298" y="2037"/>
                    <a:pt x="1287" y="1965"/>
                    <a:pt x="1227" y="1918"/>
                  </a:cubicBezTo>
                  <a:lnTo>
                    <a:pt x="596" y="1429"/>
                  </a:lnTo>
                  <a:lnTo>
                    <a:pt x="1406" y="1394"/>
                  </a:lnTo>
                  <a:cubicBezTo>
                    <a:pt x="1465" y="1394"/>
                    <a:pt x="1525" y="1358"/>
                    <a:pt x="1549" y="1287"/>
                  </a:cubicBezTo>
                  <a:lnTo>
                    <a:pt x="1822" y="548"/>
                  </a:lnTo>
                  <a:close/>
                  <a:moveTo>
                    <a:pt x="1775" y="1"/>
                  </a:moveTo>
                  <a:cubicBezTo>
                    <a:pt x="1691" y="1"/>
                    <a:pt x="1608" y="60"/>
                    <a:pt x="1560" y="144"/>
                  </a:cubicBezTo>
                  <a:lnTo>
                    <a:pt x="1227" y="1084"/>
                  </a:lnTo>
                  <a:lnTo>
                    <a:pt x="227" y="1120"/>
                  </a:lnTo>
                  <a:cubicBezTo>
                    <a:pt x="144" y="1120"/>
                    <a:pt x="60" y="1168"/>
                    <a:pt x="36" y="1263"/>
                  </a:cubicBezTo>
                  <a:cubicBezTo>
                    <a:pt x="1" y="1358"/>
                    <a:pt x="36" y="1441"/>
                    <a:pt x="108" y="1501"/>
                  </a:cubicBezTo>
                  <a:lnTo>
                    <a:pt x="894" y="2108"/>
                  </a:lnTo>
                  <a:lnTo>
                    <a:pt x="632" y="3061"/>
                  </a:lnTo>
                  <a:cubicBezTo>
                    <a:pt x="596" y="3156"/>
                    <a:pt x="632" y="3239"/>
                    <a:pt x="703" y="3299"/>
                  </a:cubicBezTo>
                  <a:cubicBezTo>
                    <a:pt x="739" y="3328"/>
                    <a:pt x="781" y="3343"/>
                    <a:pt x="824" y="3343"/>
                  </a:cubicBezTo>
                  <a:cubicBezTo>
                    <a:pt x="867" y="3343"/>
                    <a:pt x="912" y="3328"/>
                    <a:pt x="953" y="3299"/>
                  </a:cubicBezTo>
                  <a:lnTo>
                    <a:pt x="1775" y="2751"/>
                  </a:lnTo>
                  <a:lnTo>
                    <a:pt x="2596" y="3299"/>
                  </a:lnTo>
                  <a:cubicBezTo>
                    <a:pt x="2620" y="3334"/>
                    <a:pt x="2668" y="3346"/>
                    <a:pt x="2715" y="3346"/>
                  </a:cubicBezTo>
                  <a:cubicBezTo>
                    <a:pt x="2751" y="3346"/>
                    <a:pt x="2799" y="3334"/>
                    <a:pt x="2834" y="3299"/>
                  </a:cubicBezTo>
                  <a:cubicBezTo>
                    <a:pt x="2906" y="3239"/>
                    <a:pt x="2942" y="3156"/>
                    <a:pt x="2906" y="3061"/>
                  </a:cubicBezTo>
                  <a:lnTo>
                    <a:pt x="2644" y="2108"/>
                  </a:lnTo>
                  <a:lnTo>
                    <a:pt x="3430" y="1501"/>
                  </a:lnTo>
                  <a:cubicBezTo>
                    <a:pt x="3513" y="1441"/>
                    <a:pt x="3549" y="1358"/>
                    <a:pt x="3513" y="1263"/>
                  </a:cubicBezTo>
                  <a:cubicBezTo>
                    <a:pt x="3489" y="1168"/>
                    <a:pt x="3418" y="1120"/>
                    <a:pt x="3323" y="1120"/>
                  </a:cubicBezTo>
                  <a:lnTo>
                    <a:pt x="2322" y="1084"/>
                  </a:lnTo>
                  <a:lnTo>
                    <a:pt x="1989" y="144"/>
                  </a:lnTo>
                  <a:cubicBezTo>
                    <a:pt x="1953" y="60"/>
                    <a:pt x="1882" y="1"/>
                    <a:pt x="17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604;p52">
            <a:extLst>
              <a:ext uri="{FF2B5EF4-FFF2-40B4-BE49-F238E27FC236}">
                <a16:creationId xmlns:a16="http://schemas.microsoft.com/office/drawing/2014/main" id="{AD9A9AF5-5966-5EED-334F-2AC62BDBAAA2}"/>
              </a:ext>
            </a:extLst>
          </p:cNvPr>
          <p:cNvSpPr/>
          <p:nvPr/>
        </p:nvSpPr>
        <p:spPr>
          <a:xfrm>
            <a:off x="289977" y="4409542"/>
            <a:ext cx="428750" cy="394921"/>
          </a:xfrm>
          <a:custGeom>
            <a:avLst/>
            <a:gdLst/>
            <a:ahLst/>
            <a:cxnLst/>
            <a:rect l="l" t="t" r="r" b="b"/>
            <a:pathLst>
              <a:path w="10396" h="11003" extrusionOk="0">
                <a:moveTo>
                  <a:pt x="9740" y="2406"/>
                </a:moveTo>
                <a:cubicBezTo>
                  <a:pt x="9764" y="2418"/>
                  <a:pt x="9788" y="2442"/>
                  <a:pt x="9800" y="2466"/>
                </a:cubicBezTo>
                <a:cubicBezTo>
                  <a:pt x="9919" y="2620"/>
                  <a:pt x="9883" y="2847"/>
                  <a:pt x="9728" y="2966"/>
                </a:cubicBezTo>
                <a:lnTo>
                  <a:pt x="9740" y="2406"/>
                </a:lnTo>
                <a:close/>
                <a:moveTo>
                  <a:pt x="9728" y="3656"/>
                </a:moveTo>
                <a:cubicBezTo>
                  <a:pt x="9764" y="3680"/>
                  <a:pt x="9812" y="3716"/>
                  <a:pt x="9847" y="3751"/>
                </a:cubicBezTo>
                <a:cubicBezTo>
                  <a:pt x="9967" y="3918"/>
                  <a:pt x="9931" y="4144"/>
                  <a:pt x="9764" y="4275"/>
                </a:cubicBezTo>
                <a:lnTo>
                  <a:pt x="9705" y="4323"/>
                </a:lnTo>
                <a:lnTo>
                  <a:pt x="9728" y="3656"/>
                </a:lnTo>
                <a:close/>
                <a:moveTo>
                  <a:pt x="9705" y="4883"/>
                </a:moveTo>
                <a:cubicBezTo>
                  <a:pt x="9788" y="4906"/>
                  <a:pt x="9847" y="4942"/>
                  <a:pt x="9895" y="5025"/>
                </a:cubicBezTo>
                <a:cubicBezTo>
                  <a:pt x="9967" y="5109"/>
                  <a:pt x="9990" y="5216"/>
                  <a:pt x="9978" y="5299"/>
                </a:cubicBezTo>
                <a:cubicBezTo>
                  <a:pt x="9967" y="5406"/>
                  <a:pt x="9919" y="5478"/>
                  <a:pt x="9847" y="5537"/>
                </a:cubicBezTo>
                <a:lnTo>
                  <a:pt x="9705" y="5633"/>
                </a:lnTo>
                <a:lnTo>
                  <a:pt x="9705" y="4883"/>
                </a:lnTo>
                <a:close/>
                <a:moveTo>
                  <a:pt x="8835" y="8490"/>
                </a:moveTo>
                <a:lnTo>
                  <a:pt x="8835" y="8847"/>
                </a:lnTo>
                <a:lnTo>
                  <a:pt x="5264" y="8847"/>
                </a:lnTo>
                <a:lnTo>
                  <a:pt x="5264" y="8490"/>
                </a:lnTo>
                <a:close/>
                <a:moveTo>
                  <a:pt x="2299" y="6061"/>
                </a:moveTo>
                <a:lnTo>
                  <a:pt x="2323" y="6109"/>
                </a:lnTo>
                <a:lnTo>
                  <a:pt x="3894" y="8145"/>
                </a:lnTo>
                <a:lnTo>
                  <a:pt x="4466" y="8907"/>
                </a:lnTo>
                <a:lnTo>
                  <a:pt x="4192" y="9109"/>
                </a:lnTo>
                <a:lnTo>
                  <a:pt x="2013" y="6287"/>
                </a:lnTo>
                <a:lnTo>
                  <a:pt x="2299" y="6061"/>
                </a:lnTo>
                <a:close/>
                <a:moveTo>
                  <a:pt x="1656" y="6335"/>
                </a:moveTo>
                <a:lnTo>
                  <a:pt x="4037" y="9443"/>
                </a:lnTo>
                <a:lnTo>
                  <a:pt x="2858" y="10443"/>
                </a:lnTo>
                <a:lnTo>
                  <a:pt x="382" y="7192"/>
                </a:lnTo>
                <a:lnTo>
                  <a:pt x="1656" y="6335"/>
                </a:lnTo>
                <a:close/>
                <a:moveTo>
                  <a:pt x="8978" y="9169"/>
                </a:moveTo>
                <a:lnTo>
                  <a:pt x="9085" y="10705"/>
                </a:lnTo>
                <a:lnTo>
                  <a:pt x="5002" y="10705"/>
                </a:lnTo>
                <a:lnTo>
                  <a:pt x="5097" y="9169"/>
                </a:lnTo>
                <a:close/>
                <a:moveTo>
                  <a:pt x="6895" y="1"/>
                </a:moveTo>
                <a:cubicBezTo>
                  <a:pt x="6716" y="1"/>
                  <a:pt x="6538" y="84"/>
                  <a:pt x="6407" y="215"/>
                </a:cubicBezTo>
                <a:cubicBezTo>
                  <a:pt x="6276" y="346"/>
                  <a:pt x="6192" y="513"/>
                  <a:pt x="6192" y="703"/>
                </a:cubicBezTo>
                <a:lnTo>
                  <a:pt x="6192" y="727"/>
                </a:lnTo>
                <a:cubicBezTo>
                  <a:pt x="6073" y="656"/>
                  <a:pt x="5942" y="632"/>
                  <a:pt x="5811" y="632"/>
                </a:cubicBezTo>
                <a:cubicBezTo>
                  <a:pt x="5442" y="644"/>
                  <a:pt x="5144" y="953"/>
                  <a:pt x="5144" y="1323"/>
                </a:cubicBezTo>
                <a:lnTo>
                  <a:pt x="5144" y="3751"/>
                </a:lnTo>
                <a:lnTo>
                  <a:pt x="4680" y="4109"/>
                </a:lnTo>
                <a:lnTo>
                  <a:pt x="4811" y="3192"/>
                </a:lnTo>
                <a:cubicBezTo>
                  <a:pt x="4859" y="2811"/>
                  <a:pt x="4609" y="2466"/>
                  <a:pt x="4216" y="2418"/>
                </a:cubicBezTo>
                <a:cubicBezTo>
                  <a:pt x="4174" y="2411"/>
                  <a:pt x="4135" y="2408"/>
                  <a:pt x="4097" y="2408"/>
                </a:cubicBezTo>
                <a:cubicBezTo>
                  <a:pt x="3664" y="2408"/>
                  <a:pt x="3509" y="2823"/>
                  <a:pt x="3454" y="2966"/>
                </a:cubicBezTo>
                <a:lnTo>
                  <a:pt x="3180" y="3728"/>
                </a:lnTo>
                <a:cubicBezTo>
                  <a:pt x="3144" y="3811"/>
                  <a:pt x="3192" y="3906"/>
                  <a:pt x="3263" y="3930"/>
                </a:cubicBezTo>
                <a:cubicBezTo>
                  <a:pt x="3286" y="3938"/>
                  <a:pt x="3307" y="3942"/>
                  <a:pt x="3328" y="3942"/>
                </a:cubicBezTo>
                <a:cubicBezTo>
                  <a:pt x="3395" y="3942"/>
                  <a:pt x="3450" y="3901"/>
                  <a:pt x="3478" y="3847"/>
                </a:cubicBezTo>
                <a:lnTo>
                  <a:pt x="3751" y="3085"/>
                </a:lnTo>
                <a:cubicBezTo>
                  <a:pt x="3875" y="2775"/>
                  <a:pt x="3999" y="2725"/>
                  <a:pt x="4116" y="2725"/>
                </a:cubicBezTo>
                <a:cubicBezTo>
                  <a:pt x="4133" y="2725"/>
                  <a:pt x="4151" y="2726"/>
                  <a:pt x="4168" y="2728"/>
                </a:cubicBezTo>
                <a:cubicBezTo>
                  <a:pt x="4371" y="2751"/>
                  <a:pt x="4513" y="2930"/>
                  <a:pt x="4490" y="3144"/>
                </a:cubicBezTo>
                <a:lnTo>
                  <a:pt x="4335" y="4204"/>
                </a:lnTo>
                <a:cubicBezTo>
                  <a:pt x="4323" y="4299"/>
                  <a:pt x="4371" y="4406"/>
                  <a:pt x="4466" y="4466"/>
                </a:cubicBezTo>
                <a:cubicBezTo>
                  <a:pt x="4514" y="4493"/>
                  <a:pt x="4562" y="4505"/>
                  <a:pt x="4608" y="4505"/>
                </a:cubicBezTo>
                <a:cubicBezTo>
                  <a:pt x="4665" y="4505"/>
                  <a:pt x="4718" y="4487"/>
                  <a:pt x="4763" y="4454"/>
                </a:cubicBezTo>
                <a:lnTo>
                  <a:pt x="5144" y="4168"/>
                </a:lnTo>
                <a:lnTo>
                  <a:pt x="5144" y="5383"/>
                </a:lnTo>
                <a:lnTo>
                  <a:pt x="4490" y="4704"/>
                </a:lnTo>
                <a:cubicBezTo>
                  <a:pt x="4353" y="4573"/>
                  <a:pt x="4177" y="4507"/>
                  <a:pt x="4001" y="4507"/>
                </a:cubicBezTo>
                <a:cubicBezTo>
                  <a:pt x="3826" y="4507"/>
                  <a:pt x="3650" y="4573"/>
                  <a:pt x="3513" y="4704"/>
                </a:cubicBezTo>
                <a:lnTo>
                  <a:pt x="3490" y="4740"/>
                </a:lnTo>
                <a:cubicBezTo>
                  <a:pt x="3370" y="4871"/>
                  <a:pt x="3311" y="5014"/>
                  <a:pt x="3311" y="5204"/>
                </a:cubicBezTo>
                <a:cubicBezTo>
                  <a:pt x="3311" y="5347"/>
                  <a:pt x="3359" y="5502"/>
                  <a:pt x="3454" y="5621"/>
                </a:cubicBezTo>
                <a:cubicBezTo>
                  <a:pt x="3454" y="5633"/>
                  <a:pt x="3478" y="5633"/>
                  <a:pt x="3478" y="5645"/>
                </a:cubicBezTo>
                <a:cubicBezTo>
                  <a:pt x="3478" y="5656"/>
                  <a:pt x="3490" y="5656"/>
                  <a:pt x="3501" y="5680"/>
                </a:cubicBezTo>
                <a:lnTo>
                  <a:pt x="5025" y="8073"/>
                </a:lnTo>
                <a:lnTo>
                  <a:pt x="5037" y="8085"/>
                </a:lnTo>
                <a:cubicBezTo>
                  <a:pt x="5037" y="8097"/>
                  <a:pt x="5049" y="8121"/>
                  <a:pt x="5049" y="8133"/>
                </a:cubicBezTo>
                <a:lnTo>
                  <a:pt x="5049" y="8145"/>
                </a:lnTo>
                <a:lnTo>
                  <a:pt x="5049" y="8157"/>
                </a:lnTo>
                <a:cubicBezTo>
                  <a:pt x="5025" y="8181"/>
                  <a:pt x="4990" y="8192"/>
                  <a:pt x="4966" y="8216"/>
                </a:cubicBezTo>
                <a:cubicBezTo>
                  <a:pt x="4942" y="8240"/>
                  <a:pt x="4918" y="8264"/>
                  <a:pt x="4906" y="8300"/>
                </a:cubicBezTo>
                <a:cubicBezTo>
                  <a:pt x="4799" y="8335"/>
                  <a:pt x="4692" y="8383"/>
                  <a:pt x="4621" y="8443"/>
                </a:cubicBezTo>
                <a:lnTo>
                  <a:pt x="4537" y="8502"/>
                </a:lnTo>
                <a:lnTo>
                  <a:pt x="2870" y="6311"/>
                </a:lnTo>
                <a:lnTo>
                  <a:pt x="2608" y="5978"/>
                </a:lnTo>
                <a:cubicBezTo>
                  <a:pt x="2668" y="5895"/>
                  <a:pt x="2728" y="5811"/>
                  <a:pt x="2751" y="5740"/>
                </a:cubicBezTo>
                <a:lnTo>
                  <a:pt x="3204" y="4525"/>
                </a:lnTo>
                <a:cubicBezTo>
                  <a:pt x="3239" y="4442"/>
                  <a:pt x="3192" y="4347"/>
                  <a:pt x="3120" y="4323"/>
                </a:cubicBezTo>
                <a:cubicBezTo>
                  <a:pt x="3098" y="4315"/>
                  <a:pt x="3077" y="4311"/>
                  <a:pt x="3056" y="4311"/>
                </a:cubicBezTo>
                <a:cubicBezTo>
                  <a:pt x="2989" y="4311"/>
                  <a:pt x="2933" y="4352"/>
                  <a:pt x="2906" y="4406"/>
                </a:cubicBezTo>
                <a:lnTo>
                  <a:pt x="2454" y="5621"/>
                </a:lnTo>
                <a:lnTo>
                  <a:pt x="2454" y="5633"/>
                </a:lnTo>
                <a:cubicBezTo>
                  <a:pt x="2454" y="5645"/>
                  <a:pt x="2442" y="5680"/>
                  <a:pt x="2394" y="5716"/>
                </a:cubicBezTo>
                <a:cubicBezTo>
                  <a:pt x="2357" y="5693"/>
                  <a:pt x="2313" y="5682"/>
                  <a:pt x="2267" y="5682"/>
                </a:cubicBezTo>
                <a:cubicBezTo>
                  <a:pt x="2197" y="5682"/>
                  <a:pt x="2124" y="5708"/>
                  <a:pt x="2073" y="5752"/>
                </a:cubicBezTo>
                <a:lnTo>
                  <a:pt x="1739" y="6002"/>
                </a:lnTo>
                <a:cubicBezTo>
                  <a:pt x="1698" y="5981"/>
                  <a:pt x="1653" y="5970"/>
                  <a:pt x="1607" y="5970"/>
                </a:cubicBezTo>
                <a:cubicBezTo>
                  <a:pt x="1546" y="5970"/>
                  <a:pt x="1484" y="5990"/>
                  <a:pt x="1430" y="6037"/>
                </a:cubicBezTo>
                <a:lnTo>
                  <a:pt x="156" y="6907"/>
                </a:lnTo>
                <a:cubicBezTo>
                  <a:pt x="72" y="6954"/>
                  <a:pt x="37" y="7026"/>
                  <a:pt x="13" y="7121"/>
                </a:cubicBezTo>
                <a:cubicBezTo>
                  <a:pt x="1" y="7204"/>
                  <a:pt x="37" y="7300"/>
                  <a:pt x="72" y="7359"/>
                </a:cubicBezTo>
                <a:lnTo>
                  <a:pt x="2561" y="10621"/>
                </a:lnTo>
                <a:cubicBezTo>
                  <a:pt x="2620" y="10693"/>
                  <a:pt x="2704" y="10740"/>
                  <a:pt x="2787" y="10740"/>
                </a:cubicBezTo>
                <a:lnTo>
                  <a:pt x="2823" y="10740"/>
                </a:lnTo>
                <a:cubicBezTo>
                  <a:pt x="2894" y="10740"/>
                  <a:pt x="2966" y="10705"/>
                  <a:pt x="3025" y="10657"/>
                </a:cubicBezTo>
                <a:lnTo>
                  <a:pt x="4204" y="9645"/>
                </a:lnTo>
                <a:cubicBezTo>
                  <a:pt x="4287" y="9574"/>
                  <a:pt x="4323" y="9455"/>
                  <a:pt x="4311" y="9347"/>
                </a:cubicBezTo>
                <a:lnTo>
                  <a:pt x="4633" y="9097"/>
                </a:lnTo>
                <a:cubicBezTo>
                  <a:pt x="4692" y="9050"/>
                  <a:pt x="4740" y="8978"/>
                  <a:pt x="4752" y="8895"/>
                </a:cubicBezTo>
                <a:cubicBezTo>
                  <a:pt x="4752" y="8847"/>
                  <a:pt x="4752" y="8800"/>
                  <a:pt x="4740" y="8752"/>
                </a:cubicBezTo>
                <a:lnTo>
                  <a:pt x="4823" y="8681"/>
                </a:lnTo>
                <a:cubicBezTo>
                  <a:pt x="4847" y="8669"/>
                  <a:pt x="4859" y="8657"/>
                  <a:pt x="4883" y="8657"/>
                </a:cubicBezTo>
                <a:lnTo>
                  <a:pt x="4883" y="8847"/>
                </a:lnTo>
                <a:cubicBezTo>
                  <a:pt x="4799" y="8895"/>
                  <a:pt x="4728" y="8990"/>
                  <a:pt x="4728" y="9109"/>
                </a:cubicBezTo>
                <a:lnTo>
                  <a:pt x="4633" y="10657"/>
                </a:lnTo>
                <a:cubicBezTo>
                  <a:pt x="4633" y="10752"/>
                  <a:pt x="4668" y="10836"/>
                  <a:pt x="4728" y="10895"/>
                </a:cubicBezTo>
                <a:cubicBezTo>
                  <a:pt x="4787" y="10955"/>
                  <a:pt x="4871" y="11002"/>
                  <a:pt x="4942" y="11002"/>
                </a:cubicBezTo>
                <a:lnTo>
                  <a:pt x="9038" y="11002"/>
                </a:lnTo>
                <a:cubicBezTo>
                  <a:pt x="9133" y="11002"/>
                  <a:pt x="9205" y="10979"/>
                  <a:pt x="9264" y="10895"/>
                </a:cubicBezTo>
                <a:cubicBezTo>
                  <a:pt x="9324" y="10836"/>
                  <a:pt x="9347" y="10752"/>
                  <a:pt x="9347" y="10657"/>
                </a:cubicBezTo>
                <a:lnTo>
                  <a:pt x="9264" y="9109"/>
                </a:lnTo>
                <a:cubicBezTo>
                  <a:pt x="9264" y="8990"/>
                  <a:pt x="9193" y="8907"/>
                  <a:pt x="9097" y="8847"/>
                </a:cubicBezTo>
                <a:lnTo>
                  <a:pt x="9097" y="8431"/>
                </a:lnTo>
                <a:cubicBezTo>
                  <a:pt x="9097" y="8359"/>
                  <a:pt x="9074" y="8264"/>
                  <a:pt x="9014" y="8216"/>
                </a:cubicBezTo>
                <a:cubicBezTo>
                  <a:pt x="8978" y="8192"/>
                  <a:pt x="8931" y="8157"/>
                  <a:pt x="8907" y="8145"/>
                </a:cubicBezTo>
                <a:lnTo>
                  <a:pt x="8907" y="8026"/>
                </a:lnTo>
                <a:cubicBezTo>
                  <a:pt x="8907" y="7919"/>
                  <a:pt x="8966" y="7728"/>
                  <a:pt x="9038" y="7490"/>
                </a:cubicBezTo>
                <a:cubicBezTo>
                  <a:pt x="9074" y="7407"/>
                  <a:pt x="9026" y="7311"/>
                  <a:pt x="8954" y="7288"/>
                </a:cubicBezTo>
                <a:cubicBezTo>
                  <a:pt x="8932" y="7279"/>
                  <a:pt x="8911" y="7275"/>
                  <a:pt x="8890" y="7275"/>
                </a:cubicBezTo>
                <a:cubicBezTo>
                  <a:pt x="8823" y="7275"/>
                  <a:pt x="8768" y="7316"/>
                  <a:pt x="8740" y="7371"/>
                </a:cubicBezTo>
                <a:cubicBezTo>
                  <a:pt x="8669" y="7561"/>
                  <a:pt x="8573" y="7835"/>
                  <a:pt x="8573" y="8014"/>
                </a:cubicBezTo>
                <a:lnTo>
                  <a:pt x="8573" y="8121"/>
                </a:lnTo>
                <a:lnTo>
                  <a:pt x="5406" y="8121"/>
                </a:lnTo>
                <a:cubicBezTo>
                  <a:pt x="5395" y="8014"/>
                  <a:pt x="5347" y="7919"/>
                  <a:pt x="5323" y="7859"/>
                </a:cubicBezTo>
                <a:lnTo>
                  <a:pt x="3787" y="5454"/>
                </a:lnTo>
                <a:cubicBezTo>
                  <a:pt x="3787" y="5442"/>
                  <a:pt x="3775" y="5442"/>
                  <a:pt x="3751" y="5418"/>
                </a:cubicBezTo>
                <a:cubicBezTo>
                  <a:pt x="3609" y="5275"/>
                  <a:pt x="3609" y="5049"/>
                  <a:pt x="3751" y="4906"/>
                </a:cubicBezTo>
                <a:cubicBezTo>
                  <a:pt x="3829" y="4829"/>
                  <a:pt x="3924" y="4790"/>
                  <a:pt x="4018" y="4790"/>
                </a:cubicBezTo>
                <a:cubicBezTo>
                  <a:pt x="4112" y="4790"/>
                  <a:pt x="4204" y="4829"/>
                  <a:pt x="4275" y="4906"/>
                </a:cubicBezTo>
                <a:lnTo>
                  <a:pt x="5025" y="5656"/>
                </a:lnTo>
                <a:cubicBezTo>
                  <a:pt x="5072" y="5711"/>
                  <a:pt x="5140" y="5740"/>
                  <a:pt x="5211" y="5740"/>
                </a:cubicBezTo>
                <a:cubicBezTo>
                  <a:pt x="5248" y="5740"/>
                  <a:pt x="5286" y="5732"/>
                  <a:pt x="5323" y="5716"/>
                </a:cubicBezTo>
                <a:cubicBezTo>
                  <a:pt x="5418" y="5680"/>
                  <a:pt x="5478" y="5585"/>
                  <a:pt x="5478" y="5466"/>
                </a:cubicBezTo>
                <a:lnTo>
                  <a:pt x="5478" y="3799"/>
                </a:lnTo>
                <a:lnTo>
                  <a:pt x="5478" y="1287"/>
                </a:lnTo>
                <a:cubicBezTo>
                  <a:pt x="5478" y="1073"/>
                  <a:pt x="5645" y="918"/>
                  <a:pt x="5835" y="918"/>
                </a:cubicBezTo>
                <a:cubicBezTo>
                  <a:pt x="5942" y="918"/>
                  <a:pt x="6037" y="942"/>
                  <a:pt x="6109" y="1013"/>
                </a:cubicBezTo>
                <a:cubicBezTo>
                  <a:pt x="6180" y="1096"/>
                  <a:pt x="6216" y="1180"/>
                  <a:pt x="6216" y="1287"/>
                </a:cubicBezTo>
                <a:lnTo>
                  <a:pt x="6216" y="4454"/>
                </a:lnTo>
                <a:cubicBezTo>
                  <a:pt x="6216" y="4549"/>
                  <a:pt x="6287" y="4621"/>
                  <a:pt x="6371" y="4621"/>
                </a:cubicBezTo>
                <a:cubicBezTo>
                  <a:pt x="6466" y="4621"/>
                  <a:pt x="6538" y="4549"/>
                  <a:pt x="6538" y="4454"/>
                </a:cubicBezTo>
                <a:lnTo>
                  <a:pt x="6538" y="1287"/>
                </a:lnTo>
                <a:lnTo>
                  <a:pt x="6538" y="680"/>
                </a:lnTo>
                <a:cubicBezTo>
                  <a:pt x="6538" y="572"/>
                  <a:pt x="6585" y="477"/>
                  <a:pt x="6645" y="418"/>
                </a:cubicBezTo>
                <a:cubicBezTo>
                  <a:pt x="6716" y="346"/>
                  <a:pt x="6811" y="322"/>
                  <a:pt x="6895" y="322"/>
                </a:cubicBezTo>
                <a:cubicBezTo>
                  <a:pt x="7002" y="322"/>
                  <a:pt x="7085" y="358"/>
                  <a:pt x="7145" y="418"/>
                </a:cubicBezTo>
                <a:cubicBezTo>
                  <a:pt x="7228" y="501"/>
                  <a:pt x="7252" y="584"/>
                  <a:pt x="7252" y="680"/>
                </a:cubicBezTo>
                <a:lnTo>
                  <a:pt x="7252" y="4454"/>
                </a:lnTo>
                <a:cubicBezTo>
                  <a:pt x="7252" y="4549"/>
                  <a:pt x="7323" y="4621"/>
                  <a:pt x="7419" y="4621"/>
                </a:cubicBezTo>
                <a:cubicBezTo>
                  <a:pt x="7502" y="4621"/>
                  <a:pt x="7585" y="4549"/>
                  <a:pt x="7585" y="4454"/>
                </a:cubicBezTo>
                <a:lnTo>
                  <a:pt x="7585" y="1430"/>
                </a:lnTo>
                <a:cubicBezTo>
                  <a:pt x="7585" y="1334"/>
                  <a:pt x="7621" y="1239"/>
                  <a:pt x="7681" y="1180"/>
                </a:cubicBezTo>
                <a:cubicBezTo>
                  <a:pt x="7740" y="1120"/>
                  <a:pt x="7847" y="1073"/>
                  <a:pt x="7942" y="1073"/>
                </a:cubicBezTo>
                <a:cubicBezTo>
                  <a:pt x="8038" y="1073"/>
                  <a:pt x="8133" y="1120"/>
                  <a:pt x="8192" y="1180"/>
                </a:cubicBezTo>
                <a:cubicBezTo>
                  <a:pt x="8264" y="1251"/>
                  <a:pt x="8300" y="1346"/>
                  <a:pt x="8300" y="1430"/>
                </a:cubicBezTo>
                <a:lnTo>
                  <a:pt x="8300" y="4454"/>
                </a:lnTo>
                <a:cubicBezTo>
                  <a:pt x="8300" y="4549"/>
                  <a:pt x="8371" y="4621"/>
                  <a:pt x="8454" y="4621"/>
                </a:cubicBezTo>
                <a:cubicBezTo>
                  <a:pt x="8550" y="4621"/>
                  <a:pt x="8621" y="4549"/>
                  <a:pt x="8621" y="4454"/>
                </a:cubicBezTo>
                <a:lnTo>
                  <a:pt x="8621" y="2168"/>
                </a:lnTo>
                <a:cubicBezTo>
                  <a:pt x="8621" y="1954"/>
                  <a:pt x="8788" y="1787"/>
                  <a:pt x="8990" y="1787"/>
                </a:cubicBezTo>
                <a:cubicBezTo>
                  <a:pt x="9097" y="1787"/>
                  <a:pt x="9193" y="1835"/>
                  <a:pt x="9252" y="1894"/>
                </a:cubicBezTo>
                <a:cubicBezTo>
                  <a:pt x="9324" y="1966"/>
                  <a:pt x="9347" y="2061"/>
                  <a:pt x="9347" y="2144"/>
                </a:cubicBezTo>
                <a:lnTo>
                  <a:pt x="9324" y="5883"/>
                </a:lnTo>
                <a:lnTo>
                  <a:pt x="9324" y="5918"/>
                </a:lnTo>
                <a:cubicBezTo>
                  <a:pt x="9312" y="6180"/>
                  <a:pt x="9228" y="6430"/>
                  <a:pt x="9085" y="6657"/>
                </a:cubicBezTo>
                <a:cubicBezTo>
                  <a:pt x="9038" y="6728"/>
                  <a:pt x="9050" y="6835"/>
                  <a:pt x="9133" y="6883"/>
                </a:cubicBezTo>
                <a:cubicBezTo>
                  <a:pt x="9158" y="6900"/>
                  <a:pt x="9188" y="6908"/>
                  <a:pt x="9218" y="6908"/>
                </a:cubicBezTo>
                <a:cubicBezTo>
                  <a:pt x="9271" y="6908"/>
                  <a:pt x="9324" y="6881"/>
                  <a:pt x="9347" y="6835"/>
                </a:cubicBezTo>
                <a:cubicBezTo>
                  <a:pt x="9526" y="6585"/>
                  <a:pt x="9621" y="6299"/>
                  <a:pt x="9645" y="6002"/>
                </a:cubicBezTo>
                <a:lnTo>
                  <a:pt x="9978" y="5752"/>
                </a:lnTo>
                <a:cubicBezTo>
                  <a:pt x="10336" y="5573"/>
                  <a:pt x="10395" y="5144"/>
                  <a:pt x="10157" y="4847"/>
                </a:cubicBezTo>
                <a:cubicBezTo>
                  <a:pt x="10086" y="4740"/>
                  <a:pt x="9967" y="4668"/>
                  <a:pt x="9847" y="4621"/>
                </a:cubicBezTo>
                <a:lnTo>
                  <a:pt x="9967" y="4525"/>
                </a:lnTo>
                <a:cubicBezTo>
                  <a:pt x="10109" y="4406"/>
                  <a:pt x="10205" y="4263"/>
                  <a:pt x="10228" y="4073"/>
                </a:cubicBezTo>
                <a:cubicBezTo>
                  <a:pt x="10264" y="3894"/>
                  <a:pt x="10205" y="3716"/>
                  <a:pt x="10097" y="3561"/>
                </a:cubicBezTo>
                <a:cubicBezTo>
                  <a:pt x="10026" y="3454"/>
                  <a:pt x="9907" y="3382"/>
                  <a:pt x="9788" y="3335"/>
                </a:cubicBezTo>
                <a:lnTo>
                  <a:pt x="9919" y="3239"/>
                </a:lnTo>
                <a:cubicBezTo>
                  <a:pt x="10062" y="3120"/>
                  <a:pt x="10157" y="2966"/>
                  <a:pt x="10181" y="2775"/>
                </a:cubicBezTo>
                <a:cubicBezTo>
                  <a:pt x="10217" y="2597"/>
                  <a:pt x="10157" y="2418"/>
                  <a:pt x="10050" y="2263"/>
                </a:cubicBezTo>
                <a:cubicBezTo>
                  <a:pt x="9967" y="2144"/>
                  <a:pt x="9847" y="2073"/>
                  <a:pt x="9705" y="2025"/>
                </a:cubicBezTo>
                <a:cubicBezTo>
                  <a:pt x="9681" y="1906"/>
                  <a:pt x="9621" y="1811"/>
                  <a:pt x="9526" y="1715"/>
                </a:cubicBezTo>
                <a:cubicBezTo>
                  <a:pt x="9395" y="1585"/>
                  <a:pt x="9228" y="1513"/>
                  <a:pt x="9038" y="1513"/>
                </a:cubicBezTo>
                <a:cubicBezTo>
                  <a:pt x="8907" y="1513"/>
                  <a:pt x="8788" y="1549"/>
                  <a:pt x="8669" y="1608"/>
                </a:cubicBezTo>
                <a:lnTo>
                  <a:pt x="8669" y="1465"/>
                </a:lnTo>
                <a:cubicBezTo>
                  <a:pt x="8669" y="1287"/>
                  <a:pt x="8597" y="1108"/>
                  <a:pt x="8454" y="977"/>
                </a:cubicBezTo>
                <a:cubicBezTo>
                  <a:pt x="8323" y="834"/>
                  <a:pt x="8157" y="763"/>
                  <a:pt x="7966" y="763"/>
                </a:cubicBezTo>
                <a:cubicBezTo>
                  <a:pt x="7835" y="763"/>
                  <a:pt x="7716" y="799"/>
                  <a:pt x="7597" y="870"/>
                </a:cubicBezTo>
                <a:lnTo>
                  <a:pt x="7597" y="703"/>
                </a:lnTo>
                <a:cubicBezTo>
                  <a:pt x="7597" y="525"/>
                  <a:pt x="7526" y="346"/>
                  <a:pt x="7383" y="215"/>
                </a:cubicBezTo>
                <a:cubicBezTo>
                  <a:pt x="7252" y="84"/>
                  <a:pt x="7085" y="1"/>
                  <a:pt x="689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647;p55">
            <a:extLst>
              <a:ext uri="{FF2B5EF4-FFF2-40B4-BE49-F238E27FC236}">
                <a16:creationId xmlns:a16="http://schemas.microsoft.com/office/drawing/2014/main" id="{F991588F-7109-8C56-FB39-C26468E1970C}"/>
              </a:ext>
            </a:extLst>
          </p:cNvPr>
          <p:cNvSpPr txBox="1">
            <a:spLocks/>
          </p:cNvSpPr>
          <p:nvPr/>
        </p:nvSpPr>
        <p:spPr>
          <a:xfrm>
            <a:off x="547837" y="4447878"/>
            <a:ext cx="7293090" cy="4782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>
              <a:buSzPts val="1400"/>
            </a:pPr>
            <a:r>
              <a:rPr lang="en-US" dirty="0">
                <a:solidFill>
                  <a:schemeClr val="hlink"/>
                </a:solidFill>
                <a:uFill>
                  <a:noFill/>
                </a:uFill>
              </a:rPr>
              <a:t>PCA + KNN matched KNN but did not improve on it.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98CA55-43F7-FD80-D871-FA76F7313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05" y="3869723"/>
            <a:ext cx="3996953" cy="274923"/>
          </a:xfrm>
          <a:prstGeom prst="rect">
            <a:avLst/>
          </a:prstGeom>
          <a:effectLst>
            <a:outerShdw blurRad="50800" dist="63500" dir="2700000" sx="102000" sy="102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55E0CE-61B3-E94E-4B83-A3323B9CF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823" y="4409542"/>
            <a:ext cx="3857823" cy="238137"/>
          </a:xfrm>
          <a:prstGeom prst="rect">
            <a:avLst/>
          </a:prstGeom>
          <a:effectLst>
            <a:outerShdw blurRad="50800" dist="63500" dir="2700000" sx="102000" sy="102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15134F-4966-AB27-D2A4-009D4F53D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823" y="4714442"/>
            <a:ext cx="3974274" cy="180042"/>
          </a:xfrm>
          <a:prstGeom prst="rect">
            <a:avLst/>
          </a:prstGeom>
          <a:effectLst>
            <a:outerShdw blurRad="50800" dist="63500" dir="2700000" sx="102000" sy="102000" algn="tl" rotWithShape="0">
              <a:schemeClr val="accent1"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4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528" name="Google Shape;1528;p49"/>
          <p:cNvSpPr txBox="1"/>
          <p:nvPr/>
        </p:nvSpPr>
        <p:spPr>
          <a:xfrm>
            <a:off x="2618560" y="3564072"/>
            <a:ext cx="5750415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SVM or random forest.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per-class precision/recall and confusion matrices.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Explore spectrogram-based or deep learning approaches. 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9" name="Google Shape;1529;p49"/>
          <p:cNvSpPr/>
          <p:nvPr/>
        </p:nvSpPr>
        <p:spPr>
          <a:xfrm>
            <a:off x="713225" y="3674922"/>
            <a:ext cx="1619100" cy="8427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DD91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3" name="Google Shape;1533;p49"/>
          <p:cNvSpPr txBox="1"/>
          <p:nvPr/>
        </p:nvSpPr>
        <p:spPr>
          <a:xfrm>
            <a:off x="775025" y="4043922"/>
            <a:ext cx="14955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1C78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Work</a:t>
            </a:r>
            <a:endParaRPr sz="1800" dirty="0">
              <a:solidFill>
                <a:srgbClr val="F1C78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41" name="Google Shape;1541;p49"/>
          <p:cNvSpPr txBox="1"/>
          <p:nvPr/>
        </p:nvSpPr>
        <p:spPr>
          <a:xfrm>
            <a:off x="4968805" y="1720859"/>
            <a:ext cx="3953974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Linear logistic regression worked bettern than local neighbor-based methods on this feature set.  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3" name="Google Shape;1543;p49"/>
          <p:cNvSpPr txBox="1"/>
          <p:nvPr/>
        </p:nvSpPr>
        <p:spPr>
          <a:xfrm>
            <a:off x="4968805" y="2604633"/>
            <a:ext cx="3870975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PCA + KNN was a resonable proposed impreovement, but it did not outperform KNN.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4" name="Google Shape;1544;p49"/>
          <p:cNvSpPr/>
          <p:nvPr/>
        </p:nvSpPr>
        <p:spPr>
          <a:xfrm>
            <a:off x="4805005" y="1698209"/>
            <a:ext cx="163800" cy="163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49"/>
          <p:cNvSpPr/>
          <p:nvPr/>
        </p:nvSpPr>
        <p:spPr>
          <a:xfrm>
            <a:off x="2552160" y="3666372"/>
            <a:ext cx="163800" cy="163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BAF151-FCFE-7643-40C6-9C10CB349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29" y="1638959"/>
            <a:ext cx="3229141" cy="1219263"/>
          </a:xfrm>
          <a:prstGeom prst="rect">
            <a:avLst/>
          </a:prstGeom>
          <a:effectLst>
            <a:outerShdw blurRad="50800" dist="63500" dir="2700000" sx="102000" sy="102000" algn="tl" rotWithShape="0">
              <a:schemeClr val="accent1">
                <a:alpha val="40000"/>
              </a:schemeClr>
            </a:outerShdw>
          </a:effectLst>
        </p:spPr>
      </p:pic>
      <p:sp>
        <p:nvSpPr>
          <p:cNvPr id="4" name="Google Shape;1546;p49">
            <a:extLst>
              <a:ext uri="{FF2B5EF4-FFF2-40B4-BE49-F238E27FC236}">
                <a16:creationId xmlns:a16="http://schemas.microsoft.com/office/drawing/2014/main" id="{22EF6EDD-3E35-5803-E6A4-BF0FE68D18B1}"/>
              </a:ext>
            </a:extLst>
          </p:cNvPr>
          <p:cNvSpPr/>
          <p:nvPr/>
        </p:nvSpPr>
        <p:spPr>
          <a:xfrm>
            <a:off x="2552160" y="4065522"/>
            <a:ext cx="163800" cy="163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546;p49">
            <a:extLst>
              <a:ext uri="{FF2B5EF4-FFF2-40B4-BE49-F238E27FC236}">
                <a16:creationId xmlns:a16="http://schemas.microsoft.com/office/drawing/2014/main" id="{C1DA5635-8F01-4767-CD2C-513978B7D363}"/>
              </a:ext>
            </a:extLst>
          </p:cNvPr>
          <p:cNvSpPr/>
          <p:nvPr/>
        </p:nvSpPr>
        <p:spPr>
          <a:xfrm>
            <a:off x="2552160" y="4408159"/>
            <a:ext cx="163800" cy="163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544;p49">
            <a:extLst>
              <a:ext uri="{FF2B5EF4-FFF2-40B4-BE49-F238E27FC236}">
                <a16:creationId xmlns:a16="http://schemas.microsoft.com/office/drawing/2014/main" id="{4F339FF3-8A0A-A69C-D9AE-117FF163B6A6}"/>
              </a:ext>
            </a:extLst>
          </p:cNvPr>
          <p:cNvSpPr/>
          <p:nvPr/>
        </p:nvSpPr>
        <p:spPr>
          <a:xfrm>
            <a:off x="4805005" y="2573899"/>
            <a:ext cx="163800" cy="163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7" name="Google Shape;1627;p54"/>
          <p:cNvPicPr preferRelativeResize="0"/>
          <p:nvPr/>
        </p:nvPicPr>
        <p:blipFill rotWithShape="1">
          <a:blip r:embed="rId3">
            <a:alphaModFix/>
          </a:blip>
          <a:srcRect l="3540" t="33781" b="-29695"/>
          <a:stretch/>
        </p:blipFill>
        <p:spPr>
          <a:xfrm flipH="1">
            <a:off x="-537675" y="539500"/>
            <a:ext cx="4928700" cy="66612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sp>
        <p:nvSpPr>
          <p:cNvPr id="1628" name="Google Shape;1628;p54"/>
          <p:cNvSpPr txBox="1">
            <a:spLocks noGrp="1"/>
          </p:cNvSpPr>
          <p:nvPr>
            <p:ph type="ctrTitle"/>
          </p:nvPr>
        </p:nvSpPr>
        <p:spPr>
          <a:xfrm>
            <a:off x="4572000" y="2157150"/>
            <a:ext cx="3858600" cy="8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ic Production Company Profile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DD911A"/>
      </a:lt2>
      <a:accent1>
        <a:srgbClr val="F1C784"/>
      </a:accent1>
      <a:accent2>
        <a:srgbClr val="212121"/>
      </a:accent2>
      <a:accent3>
        <a:srgbClr val="78909C"/>
      </a:accent3>
      <a:accent4>
        <a:srgbClr val="DD911A"/>
      </a:accent4>
      <a:accent5>
        <a:srgbClr val="F1C784"/>
      </a:accent5>
      <a:accent6>
        <a:srgbClr val="43434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290</Words>
  <Application>Microsoft Office PowerPoint</Application>
  <PresentationFormat>On-screen Show (16:9)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Poppins SemiBold</vt:lpstr>
      <vt:lpstr>Montserrat</vt:lpstr>
      <vt:lpstr>Music Production Company Profile by Slidesgo</vt:lpstr>
      <vt:lpstr>Music Genre Classification Using Logistic Regression, KNN and PCA+KNN</vt:lpstr>
      <vt:lpstr>Problem and Dataset</vt:lpstr>
      <vt:lpstr>Methods</vt:lpstr>
      <vt:lpstr>Experimental Setup</vt:lpstr>
      <vt:lpstr>Experimental Setup</vt:lpstr>
      <vt:lpstr>Experimental Setup</vt:lpstr>
      <vt:lpstr>Results</vt:lpstr>
      <vt:lpstr>Conclusion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Roxanne Moe</dc:creator>
  <cp:lastModifiedBy>Roxanne Moe</cp:lastModifiedBy>
  <cp:revision>1</cp:revision>
  <dcterms:modified xsi:type="dcterms:W3CDTF">2026-05-09T04:29:28Z</dcterms:modified>
</cp:coreProperties>
</file>